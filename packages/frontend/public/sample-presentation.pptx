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8" r:id="rId8"/>
    <p:sldId id="269" r:id="rId9"/>
    <p:sldId id="270" r:id="rId10"/>
    <p:sldId id="271" r:id="rId11"/>
    <p:sldId id="263" r:id="rId12"/>
    <p:sldId id="264" r:id="rId13"/>
    <p:sldId id="267" r:id="rId14"/>
    <p:sldId id="265" r:id="rId15"/>
    <p:sldId id="266" r:id="rId16"/>
    <p:sldId id="262" r:id="rId17"/>
  </p:sldIdLst>
  <p:sldSz cx="9144000" cy="5143500" type="screen16x9"/>
  <p:notesSz cx="5143500" cy="9144000"/>
  <p:embeddedFontLst>
    <p:embeddedFont>
      <p:font typeface="Source Sans 3" panose="020B0604020202020204" charset="0"/>
      <p:regular r:id="rId19"/>
    </p:embeddedFont>
    <p:embeddedFont>
      <p:font typeface="Source Sans 3 Bold" panose="020B0604020202020204" charset="0"/>
      <p:regular r:id="rId20"/>
    </p:embeddedFont>
    <p:embeddedFont>
      <p:font typeface="Source Sans 3 SemiBold" panose="020B0604020202020204" charset="0"/>
      <p:regular r:id="rId21"/>
    </p:embeddedFont>
    <p:embeddedFont>
      <p:font typeface="Space Grotesk Bold" panose="020B0604020202020204" charset="0"/>
      <p:regular r:id="rId22"/>
    </p:embeddedFont>
    <p:embeddedFont>
      <p:font typeface="Space Grotesk SemiBold" panose="020B0604020202020204" charset="0"/>
      <p:regular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356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centralized Smart Portal for student management. Explain the three login roles — Admin, Teacher, Student — and that everything connects to one portal.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objectives briefly. Emphasise automation: geofencing attendance, WhatsApp notifications, AI chatbot.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nine modules around the central Smart Portal node, then summarise what each of the three roles can 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flow: open portal, select login type, then the three separate paths. Note the student path splits into New User and Existing User.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location check. Inside the geofence, the attendance link goes to WhatsApp and the parent is informed the child arrived. Outside, no link and the parent is told the child has not arrived.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ER diagram shows the database structure: entities, attributes, primary keys, foreign keys and relationships between modules.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5C907-DD70-0ED7-49BE-285AD6B59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65E9A3-30A5-AC1D-65AA-04ED7B549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0EB0EF-E1B3-D06A-2AD2-BB602567AE6E}"/>
              </a:ext>
            </a:extLst>
          </p:cNvPr>
          <p:cNvSpPr>
            <a:spLocks noGrp="1"/>
          </p:cNvSpPr>
          <p:nvPr>
            <p:ph type="body" idx="1"/>
          </p:nvPr>
        </p:nvSpPr>
        <p:spPr/>
        <p:txBody>
          <a:bodyPr/>
          <a:lstStyle/>
          <a:p>
            <a:r>
              <a:rPr lang="en-US" dirty="0"/>
              <a:t>Explain that the ER diagram shows the database structure: entities, attributes, primary keys, foreign keys and relationships between modules.</a:t>
            </a:r>
          </a:p>
        </p:txBody>
      </p:sp>
      <p:sp>
        <p:nvSpPr>
          <p:cNvPr id="4" name="Slide Number Placeholder 3">
            <a:extLst>
              <a:ext uri="{FF2B5EF4-FFF2-40B4-BE49-F238E27FC236}">
                <a16:creationId xmlns:a16="http://schemas.microsoft.com/office/drawing/2014/main" id="{9C3220ED-0F1F-40DF-8DEA-71E63BEAC5CA}"/>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035650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8EE1-354A-C0F2-EE17-BA2E3E07B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09576-9A4B-3C24-ADA5-00D615C83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19E80-BBC1-0AD7-A71A-6849823CD319}"/>
              </a:ext>
            </a:extLst>
          </p:cNvPr>
          <p:cNvSpPr>
            <a:spLocks noGrp="1"/>
          </p:cNvSpPr>
          <p:nvPr>
            <p:ph type="body" idx="1"/>
          </p:nvPr>
        </p:nvSpPr>
        <p:spPr/>
        <p:txBody>
          <a:bodyPr/>
          <a:lstStyle/>
          <a:p>
            <a:r>
              <a:rPr lang="en-US" dirty="0"/>
              <a:t>Explain that the ER diagram shows the database structure: entities, attributes, primary keys, foreign keys and relationships between modules.</a:t>
            </a:r>
          </a:p>
        </p:txBody>
      </p:sp>
      <p:sp>
        <p:nvSpPr>
          <p:cNvPr id="4" name="Slide Number Placeholder 3">
            <a:extLst>
              <a:ext uri="{FF2B5EF4-FFF2-40B4-BE49-F238E27FC236}">
                <a16:creationId xmlns:a16="http://schemas.microsoft.com/office/drawing/2014/main" id="{8A8DAC5D-B566-09F6-7C2B-CE344B0E35A5}"/>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594984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7E939-CD00-EDFB-8C98-649D5C314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C24FF-F8D6-0116-DA35-E828B60FC1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E2D68D-635A-2747-6093-238A73CD62E5}"/>
              </a:ext>
            </a:extLst>
          </p:cNvPr>
          <p:cNvSpPr>
            <a:spLocks noGrp="1"/>
          </p:cNvSpPr>
          <p:nvPr>
            <p:ph type="body" idx="1"/>
          </p:nvPr>
        </p:nvSpPr>
        <p:spPr/>
        <p:txBody>
          <a:bodyPr/>
          <a:lstStyle/>
          <a:p>
            <a:r>
              <a:rPr lang="en-US" dirty="0"/>
              <a:t>Explain that the ER diagram shows the database structure: entities, attributes, primary keys, foreign keys and relationships between modules.</a:t>
            </a:r>
          </a:p>
        </p:txBody>
      </p:sp>
      <p:sp>
        <p:nvSpPr>
          <p:cNvPr id="4" name="Slide Number Placeholder 3">
            <a:extLst>
              <a:ext uri="{FF2B5EF4-FFF2-40B4-BE49-F238E27FC236}">
                <a16:creationId xmlns:a16="http://schemas.microsoft.com/office/drawing/2014/main" id="{82E173F2-F53C-7A78-CE75-DAAC48CDF06D}"/>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435918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13FA5-6BF9-9779-45F7-878D701F1A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245D2B-4A5A-720B-25E5-9AEA33E54D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96A87B-F9D2-7982-3089-BBD91B3A168C}"/>
              </a:ext>
            </a:extLst>
          </p:cNvPr>
          <p:cNvSpPr>
            <a:spLocks noGrp="1"/>
          </p:cNvSpPr>
          <p:nvPr>
            <p:ph type="body" idx="1"/>
          </p:nvPr>
        </p:nvSpPr>
        <p:spPr/>
        <p:txBody>
          <a:bodyPr/>
          <a:lstStyle/>
          <a:p>
            <a:r>
              <a:rPr lang="en-US" dirty="0"/>
              <a:t>Explain that the ER diagram shows the database structure: entities, attributes, primary keys, foreign keys and relationships between modules.</a:t>
            </a:r>
          </a:p>
        </p:txBody>
      </p:sp>
      <p:sp>
        <p:nvSpPr>
          <p:cNvPr id="4" name="Slide Number Placeholder 3">
            <a:extLst>
              <a:ext uri="{FF2B5EF4-FFF2-40B4-BE49-F238E27FC236}">
                <a16:creationId xmlns:a16="http://schemas.microsoft.com/office/drawing/2014/main" id="{0595B838-CA69-9C49-02D6-97CE2BAFDDA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797350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the limitations, then present the future scope to show the project can grow. Close with the tagline.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2.xml"/><Relationship Id="rId16"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3.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_rels/slide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rot="1080000">
            <a:off x="6601489" y="-1787072"/>
            <a:ext cx="4953000" cy="4953000"/>
          </a:xfrm>
          <a:prstGeom prst="roundRect">
            <a:avLst>
              <a:gd name="adj" fmla="val 15385"/>
            </a:avLst>
          </a:prstGeom>
          <a:noFill/>
          <a:ln w="9525">
            <a:solidFill>
              <a:srgbClr val="1F6FEB">
                <a:alpha val="28000"/>
              </a:srgbClr>
            </a:solidFill>
            <a:prstDash val="solid"/>
          </a:ln>
        </p:spPr>
      </p:sp>
      <p:pic>
        <p:nvPicPr>
          <p:cNvPr id="4" name="Image 0" descr="preencoded.png"/>
          <p:cNvPicPr>
            <a:picLocks noChangeAspect="1"/>
          </p:cNvPicPr>
          <p:nvPr/>
        </p:nvPicPr>
        <p:blipFill>
          <a:blip r:embed="rId4"/>
          <a:stretch>
            <a:fillRect/>
          </a:stretch>
        </p:blipFill>
        <p:spPr>
          <a:xfrm>
            <a:off x="590550" y="2266950"/>
            <a:ext cx="8553450" cy="2876550"/>
          </a:xfrm>
          <a:prstGeom prst="rect">
            <a:avLst/>
          </a:prstGeom>
        </p:spPr>
      </p:pic>
      <p:sp>
        <p:nvSpPr>
          <p:cNvPr id="5" name="Shape 1"/>
          <p:cNvSpPr/>
          <p:nvPr/>
        </p:nvSpPr>
        <p:spPr>
          <a:xfrm>
            <a:off x="0" y="0"/>
            <a:ext cx="57150" cy="5143500"/>
          </a:xfrm>
          <a:prstGeom prst="rect">
            <a:avLst/>
          </a:prstGeom>
          <a:solidFill>
            <a:srgbClr val="F2A63B"/>
          </a:solidFill>
          <a:ln/>
        </p:spPr>
      </p:sp>
      <p:sp>
        <p:nvSpPr>
          <p:cNvPr id="6" name="Text 2"/>
          <p:cNvSpPr/>
          <p:nvPr/>
        </p:nvSpPr>
        <p:spPr>
          <a:xfrm>
            <a:off x="609600" y="666750"/>
            <a:ext cx="4191000" cy="209550"/>
          </a:xfrm>
          <a:prstGeom prst="rect">
            <a:avLst/>
          </a:prstGeom>
          <a:noFill/>
          <a:ln/>
        </p:spPr>
        <p:txBody>
          <a:bodyPr wrap="square" lIns="0" tIns="0" rIns="0" bIns="0" rtlCol="0" anchor="ctr"/>
          <a:lstStyle/>
          <a:p>
            <a:pPr marL="0" indent="0" algn="l">
              <a:buNone/>
            </a:pPr>
            <a:r>
              <a:rPr lang="en-US" sz="975" kern="0" spc="195" dirty="0">
                <a:solidFill>
                  <a:srgbClr val="4FA3F7"/>
                </a:solidFill>
                <a:latin typeface="Space Grotesk SemiBold" pitchFamily="34" charset="0"/>
                <a:ea typeface="Space Grotesk SemiBold" pitchFamily="34" charset="-122"/>
                <a:cs typeface="Space Grotesk SemiBold" pitchFamily="34" charset="-120"/>
              </a:rPr>
              <a:t>PROJECT PRESENTATION</a:t>
            </a:r>
            <a:endParaRPr lang="en-US" sz="975" dirty="0"/>
          </a:p>
        </p:txBody>
      </p:sp>
      <p:sp>
        <p:nvSpPr>
          <p:cNvPr id="7" name="Shape 3"/>
          <p:cNvSpPr/>
          <p:nvPr/>
        </p:nvSpPr>
        <p:spPr>
          <a:xfrm>
            <a:off x="609600" y="876300"/>
            <a:ext cx="533400" cy="28575"/>
          </a:xfrm>
          <a:prstGeom prst="rect">
            <a:avLst/>
          </a:prstGeom>
          <a:solidFill>
            <a:srgbClr val="F2A63B"/>
          </a:solidFill>
          <a:ln/>
        </p:spPr>
      </p:sp>
      <p:sp>
        <p:nvSpPr>
          <p:cNvPr id="8" name="Text 4"/>
          <p:cNvSpPr/>
          <p:nvPr/>
        </p:nvSpPr>
        <p:spPr>
          <a:xfrm>
            <a:off x="609600" y="1257300"/>
            <a:ext cx="4476750" cy="1428750"/>
          </a:xfrm>
          <a:prstGeom prst="rect">
            <a:avLst/>
          </a:prstGeom>
          <a:noFill/>
          <a:ln/>
        </p:spPr>
        <p:txBody>
          <a:bodyPr wrap="square" lIns="0" tIns="0" rIns="0" bIns="0" rtlCol="0" anchor="ctr"/>
          <a:lstStyle/>
          <a:p>
            <a:pPr marL="0" indent="0" algn="l">
              <a:buNone/>
            </a:pPr>
            <a:r>
              <a:rPr lang="en-US" sz="3263" dirty="0">
                <a:solidFill>
                  <a:srgbClr val="FFFFFF"/>
                </a:solidFill>
                <a:latin typeface="Space Grotesk Bold" pitchFamily="34" charset="0"/>
                <a:ea typeface="Space Grotesk Bold" pitchFamily="34" charset="-122"/>
                <a:cs typeface="Space Grotesk Bold" pitchFamily="34" charset="-120"/>
              </a:rPr>
              <a:t>Smart Portal Management for Students</a:t>
            </a:r>
            <a:endParaRPr lang="en-US" sz="3263" dirty="0"/>
          </a:p>
        </p:txBody>
      </p:sp>
      <p:sp>
        <p:nvSpPr>
          <p:cNvPr id="9" name="Shape 5"/>
          <p:cNvSpPr/>
          <p:nvPr/>
        </p:nvSpPr>
        <p:spPr>
          <a:xfrm>
            <a:off x="609600" y="2781300"/>
            <a:ext cx="4191000" cy="9525"/>
          </a:xfrm>
          <a:prstGeom prst="rect">
            <a:avLst/>
          </a:prstGeom>
          <a:solidFill>
            <a:srgbClr val="FFFFFF">
              <a:alpha val="22000"/>
            </a:srgbClr>
          </a:solidFill>
          <a:ln/>
        </p:spPr>
      </p:sp>
      <p:sp>
        <p:nvSpPr>
          <p:cNvPr id="10" name="Text 6"/>
          <p:cNvSpPr/>
          <p:nvPr/>
        </p:nvSpPr>
        <p:spPr>
          <a:xfrm>
            <a:off x="876300" y="2981325"/>
            <a:ext cx="3905250" cy="228600"/>
          </a:xfrm>
          <a:prstGeom prst="rect">
            <a:avLst/>
          </a:prstGeom>
          <a:noFill/>
          <a:ln/>
        </p:spPr>
        <p:txBody>
          <a:bodyPr wrap="square" lIns="0" tIns="0" rIns="0" bIns="0" rtlCol="0" anchor="ctr"/>
          <a:lstStyle/>
          <a:p>
            <a:pPr marL="0" indent="0" algn="l">
              <a:buNone/>
            </a:pPr>
            <a:r>
              <a:rPr lang="en-US" sz="1045" dirty="0">
                <a:solidFill>
                  <a:srgbClr val="D8E6FA"/>
                </a:solidFill>
                <a:latin typeface="Source Sans 3" pitchFamily="34" charset="0"/>
                <a:ea typeface="Source Sans 3" pitchFamily="34" charset="-122"/>
                <a:cs typeface="Source Sans 3" pitchFamily="34" charset="-120"/>
              </a:rPr>
              <a:t>Project Type: Student Management Portal</a:t>
            </a:r>
            <a:endParaRPr lang="en-US" sz="1045" dirty="0"/>
          </a:p>
        </p:txBody>
      </p:sp>
      <p:sp>
        <p:nvSpPr>
          <p:cNvPr id="11" name="Text 7"/>
          <p:cNvSpPr/>
          <p:nvPr/>
        </p:nvSpPr>
        <p:spPr>
          <a:xfrm>
            <a:off x="876300" y="3305175"/>
            <a:ext cx="3905250" cy="495300"/>
          </a:xfrm>
          <a:prstGeom prst="rect">
            <a:avLst/>
          </a:prstGeom>
          <a:noFill/>
          <a:ln/>
        </p:spPr>
        <p:txBody>
          <a:bodyPr wrap="square" lIns="0" tIns="0" rIns="0" bIns="0" rtlCol="0" anchor="t"/>
          <a:lstStyle/>
          <a:p>
            <a:pPr marL="0" indent="0" algn="l">
              <a:buNone/>
            </a:pPr>
            <a:r>
              <a:rPr lang="en-US" sz="1083" dirty="0">
                <a:solidFill>
                  <a:srgbClr val="D8E6FA"/>
                </a:solidFill>
                <a:latin typeface="Source Sans 3" pitchFamily="34" charset="0"/>
                <a:ea typeface="Source Sans 3" pitchFamily="34" charset="-122"/>
                <a:cs typeface="Source Sans 3" pitchFamily="34" charset="-120"/>
              </a:rPr>
              <a:t>Purpose: Centralized management of students, teachers, courses, assignments, attendance, fees, notifications and AI support.</a:t>
            </a:r>
            <a:endParaRPr lang="en-US" sz="1083" dirty="0"/>
          </a:p>
        </p:txBody>
      </p:sp>
      <p:sp>
        <p:nvSpPr>
          <p:cNvPr id="12" name="Shape 8"/>
          <p:cNvSpPr/>
          <p:nvPr/>
        </p:nvSpPr>
        <p:spPr>
          <a:xfrm>
            <a:off x="609600" y="4191000"/>
            <a:ext cx="4305300" cy="457200"/>
          </a:xfrm>
          <a:prstGeom prst="roundRect">
            <a:avLst>
              <a:gd name="adj" fmla="val 20833"/>
            </a:avLst>
          </a:prstGeom>
          <a:solidFill>
            <a:srgbClr val="1F6FEB">
              <a:alpha val="28000"/>
            </a:srgbClr>
          </a:solidFill>
          <a:ln w="9525">
            <a:solidFill>
              <a:srgbClr val="4FA3F7"/>
            </a:solidFill>
            <a:prstDash val="solid"/>
          </a:ln>
        </p:spPr>
      </p:sp>
      <p:sp>
        <p:nvSpPr>
          <p:cNvPr id="13" name="Text 9"/>
          <p:cNvSpPr/>
          <p:nvPr/>
        </p:nvSpPr>
        <p:spPr>
          <a:xfrm>
            <a:off x="781050" y="4305300"/>
            <a:ext cx="3962400" cy="247650"/>
          </a:xfrm>
          <a:prstGeom prst="rect">
            <a:avLst/>
          </a:prstGeom>
          <a:noFill/>
          <a:ln/>
        </p:spPr>
        <p:txBody>
          <a:bodyPr wrap="square" lIns="0" tIns="0" rIns="0" bIns="0" rtlCol="0" anchor="ctr"/>
          <a:lstStyle/>
          <a:p>
            <a:pPr marL="0" indent="0" algn="l">
              <a:buNone/>
            </a:pPr>
            <a:r>
              <a:rPr lang="en-US" sz="1040" dirty="0">
                <a:solidFill>
                  <a:srgbClr val="FFFFFF"/>
                </a:solidFill>
                <a:latin typeface="Source Sans 3 Bold" pitchFamily="34" charset="0"/>
                <a:ea typeface="Source Sans 3 Bold" pitchFamily="34" charset="-122"/>
                <a:cs typeface="Source Sans 3 Bold" pitchFamily="34" charset="-120"/>
              </a:rPr>
              <a:t>“One Smart Portal for Complete Student Management”</a:t>
            </a:r>
            <a:endParaRPr lang="en-US" sz="1040" dirty="0"/>
          </a:p>
        </p:txBody>
      </p:sp>
      <p:sp>
        <p:nvSpPr>
          <p:cNvPr id="14" name="Shape 10"/>
          <p:cNvSpPr/>
          <p:nvPr/>
        </p:nvSpPr>
        <p:spPr>
          <a:xfrm>
            <a:off x="5143500" y="666750"/>
            <a:ext cx="3505200" cy="3905250"/>
          </a:xfrm>
          <a:prstGeom prst="roundRect">
            <a:avLst>
              <a:gd name="adj" fmla="val 5435"/>
            </a:avLst>
          </a:prstGeom>
          <a:solidFill>
            <a:srgbClr val="FFFFFF">
              <a:alpha val="5000"/>
            </a:srgbClr>
          </a:solidFill>
          <a:ln w="9525">
            <a:solidFill>
              <a:srgbClr val="FFFFFF">
                <a:alpha val="16000"/>
              </a:srgbClr>
            </a:solidFill>
            <a:prstDash val="solid"/>
          </a:ln>
        </p:spPr>
      </p:sp>
      <p:sp>
        <p:nvSpPr>
          <p:cNvPr id="15" name="Text 11"/>
          <p:cNvSpPr/>
          <p:nvPr/>
        </p:nvSpPr>
        <p:spPr>
          <a:xfrm>
            <a:off x="5143500" y="914400"/>
            <a:ext cx="3505200" cy="190500"/>
          </a:xfrm>
          <a:prstGeom prst="rect">
            <a:avLst/>
          </a:prstGeom>
          <a:noFill/>
          <a:ln/>
        </p:spPr>
        <p:txBody>
          <a:bodyPr wrap="square" lIns="0" tIns="0" rIns="0" bIns="0" rtlCol="0" anchor="ctr"/>
          <a:lstStyle/>
          <a:p>
            <a:pPr marL="0" indent="0" algn="ctr">
              <a:buNone/>
            </a:pPr>
            <a:r>
              <a:rPr lang="en-US" sz="900" kern="0" spc="150" dirty="0">
                <a:solidFill>
                  <a:srgbClr val="8FBDF2"/>
                </a:solidFill>
                <a:latin typeface="Space Grotesk SemiBold" pitchFamily="34" charset="0"/>
                <a:ea typeface="Space Grotesk SemiBold" pitchFamily="34" charset="-122"/>
                <a:cs typeface="Space Grotesk SemiBold" pitchFamily="34" charset="-120"/>
              </a:rPr>
              <a:t>THREE USER ROLES</a:t>
            </a:r>
            <a:endParaRPr lang="en-US" sz="900" dirty="0"/>
          </a:p>
        </p:txBody>
      </p:sp>
      <p:sp>
        <p:nvSpPr>
          <p:cNvPr id="16" name="Text 12"/>
          <p:cNvSpPr/>
          <p:nvPr/>
        </p:nvSpPr>
        <p:spPr>
          <a:xfrm>
            <a:off x="5467350" y="1352550"/>
            <a:ext cx="1219200" cy="571500"/>
          </a:xfrm>
          <a:prstGeom prst="roundRect">
            <a:avLst>
              <a:gd name="adj" fmla="val 20000"/>
            </a:avLst>
          </a:prstGeom>
          <a:solidFill>
            <a:srgbClr val="FFFFFF"/>
          </a:solidFill>
          <a:ln/>
        </p:spPr>
        <p:txBody>
          <a:bodyPr wrap="square" lIns="0" tIns="0" rIns="0" bIns="0" rtlCol="0" anchor="ctr"/>
          <a:lstStyle/>
          <a:p>
            <a:pPr marL="0" indent="0" algn="ctr">
              <a:buNone/>
            </a:pPr>
            <a:r>
              <a:rPr lang="en-US" sz="1200" dirty="0">
                <a:solidFill>
                  <a:srgbClr val="0B2545"/>
                </a:solidFill>
                <a:latin typeface="Space Grotesk Bold" pitchFamily="34" charset="0"/>
                <a:ea typeface="Space Grotesk Bold" pitchFamily="34" charset="-122"/>
                <a:cs typeface="Space Grotesk Bold" pitchFamily="34" charset="-120"/>
              </a:rPr>
              <a:t>ADMIN</a:t>
            </a:r>
            <a:endParaRPr lang="en-US" sz="1200" dirty="0"/>
          </a:p>
        </p:txBody>
      </p:sp>
      <p:sp>
        <p:nvSpPr>
          <p:cNvPr id="17" name="Text 13"/>
          <p:cNvSpPr/>
          <p:nvPr/>
        </p:nvSpPr>
        <p:spPr>
          <a:xfrm>
            <a:off x="7105650" y="1352550"/>
            <a:ext cx="1219200" cy="571500"/>
          </a:xfrm>
          <a:prstGeom prst="roundRect">
            <a:avLst>
              <a:gd name="adj" fmla="val 20000"/>
            </a:avLst>
          </a:prstGeom>
          <a:solidFill>
            <a:srgbClr val="FFFFFF"/>
          </a:solidFill>
          <a:ln/>
        </p:spPr>
        <p:txBody>
          <a:bodyPr wrap="square" lIns="0" tIns="0" rIns="0" bIns="0" rtlCol="0" anchor="ctr"/>
          <a:lstStyle/>
          <a:p>
            <a:pPr marL="0" indent="0" algn="ctr">
              <a:buNone/>
            </a:pPr>
            <a:r>
              <a:rPr lang="en-US" sz="1200" dirty="0">
                <a:solidFill>
                  <a:srgbClr val="0B2545"/>
                </a:solidFill>
                <a:latin typeface="Space Grotesk Bold" pitchFamily="34" charset="0"/>
                <a:ea typeface="Space Grotesk Bold" pitchFamily="34" charset="-122"/>
                <a:cs typeface="Space Grotesk Bold" pitchFamily="34" charset="-120"/>
              </a:rPr>
              <a:t>TEACHER</a:t>
            </a:r>
            <a:endParaRPr lang="en-US" sz="1200" dirty="0"/>
          </a:p>
        </p:txBody>
      </p:sp>
      <p:sp>
        <p:nvSpPr>
          <p:cNvPr id="18" name="Text 14"/>
          <p:cNvSpPr/>
          <p:nvPr/>
        </p:nvSpPr>
        <p:spPr>
          <a:xfrm>
            <a:off x="6038850" y="2400300"/>
            <a:ext cx="1714500" cy="723900"/>
          </a:xfrm>
          <a:prstGeom prst="roundRect">
            <a:avLst>
              <a:gd name="adj" fmla="val 18421"/>
            </a:avLst>
          </a:prstGeom>
          <a:solidFill>
            <a:srgbClr val="1F6FEB"/>
          </a:solidFill>
          <a:ln/>
        </p:spPr>
        <p:txBody>
          <a:bodyPr wrap="square" lIns="0" tIns="0" rIns="0" bIns="0" rtlCol="0" anchor="ctr"/>
          <a:lstStyle/>
          <a:p>
            <a:pPr marL="0" indent="0" algn="ctr">
              <a:buNone/>
            </a:pPr>
            <a:r>
              <a:rPr lang="en-US" sz="1275" dirty="0">
                <a:solidFill>
                  <a:srgbClr val="FFFFFF"/>
                </a:solidFill>
                <a:latin typeface="Space Grotesk Bold" pitchFamily="34" charset="0"/>
                <a:ea typeface="Space Grotesk Bold" pitchFamily="34" charset="-122"/>
                <a:cs typeface="Space Grotesk Bold" pitchFamily="34" charset="-120"/>
              </a:rPr>
              <a:t>SMART PORTAL</a:t>
            </a:r>
            <a:endParaRPr lang="en-US" sz="1275" dirty="0"/>
          </a:p>
        </p:txBody>
      </p:sp>
      <p:sp>
        <p:nvSpPr>
          <p:cNvPr id="19" name="Text 15"/>
          <p:cNvSpPr/>
          <p:nvPr/>
        </p:nvSpPr>
        <p:spPr>
          <a:xfrm>
            <a:off x="6286500" y="3638550"/>
            <a:ext cx="1219200" cy="571500"/>
          </a:xfrm>
          <a:prstGeom prst="roundRect">
            <a:avLst>
              <a:gd name="adj" fmla="val 20000"/>
            </a:avLst>
          </a:prstGeom>
          <a:solidFill>
            <a:srgbClr val="F2A63B"/>
          </a:solidFill>
          <a:ln/>
        </p:spPr>
        <p:txBody>
          <a:bodyPr wrap="square" lIns="0" tIns="0" rIns="0" bIns="0" rtlCol="0" anchor="ctr"/>
          <a:lstStyle/>
          <a:p>
            <a:pPr marL="0" indent="0" algn="ctr">
              <a:buNone/>
            </a:pPr>
            <a:r>
              <a:rPr lang="en-US" sz="1200" dirty="0">
                <a:solidFill>
                  <a:srgbClr val="0B2545"/>
                </a:solidFill>
                <a:latin typeface="Space Grotesk Bold" pitchFamily="34" charset="0"/>
                <a:ea typeface="Space Grotesk Bold" pitchFamily="34" charset="-122"/>
                <a:cs typeface="Space Grotesk Bold" pitchFamily="34" charset="-120"/>
              </a:rPr>
              <a:t>STUDENT</a:t>
            </a:r>
            <a:endParaRPr lang="en-US" sz="1200" dirty="0"/>
          </a:p>
        </p:txBody>
      </p:sp>
      <p:sp>
        <p:nvSpPr>
          <p:cNvPr id="20" name="Shape 16"/>
          <p:cNvSpPr/>
          <p:nvPr/>
        </p:nvSpPr>
        <p:spPr>
          <a:xfrm>
            <a:off x="6076950" y="1924050"/>
            <a:ext cx="0" cy="190500"/>
          </a:xfrm>
          <a:prstGeom prst="line">
            <a:avLst/>
          </a:prstGeom>
          <a:noFill/>
          <a:ln w="19050">
            <a:solidFill>
              <a:srgbClr val="7FB6F5"/>
            </a:solidFill>
            <a:prstDash val="solid"/>
            <a:headEnd type="none"/>
            <a:tailEnd type="none"/>
          </a:ln>
        </p:spPr>
      </p:sp>
      <p:sp>
        <p:nvSpPr>
          <p:cNvPr id="21" name="Shape 17"/>
          <p:cNvSpPr/>
          <p:nvPr/>
        </p:nvSpPr>
        <p:spPr>
          <a:xfrm>
            <a:off x="5848350" y="2114550"/>
            <a:ext cx="228600" cy="0"/>
          </a:xfrm>
          <a:prstGeom prst="line">
            <a:avLst/>
          </a:prstGeom>
          <a:noFill/>
          <a:ln w="19050">
            <a:solidFill>
              <a:srgbClr val="7FB6F5"/>
            </a:solidFill>
            <a:prstDash val="solid"/>
            <a:headEnd type="none"/>
            <a:tailEnd type="none"/>
          </a:ln>
        </p:spPr>
      </p:sp>
      <p:sp>
        <p:nvSpPr>
          <p:cNvPr id="22" name="Shape 18"/>
          <p:cNvSpPr/>
          <p:nvPr/>
        </p:nvSpPr>
        <p:spPr>
          <a:xfrm>
            <a:off x="5848350" y="2114550"/>
            <a:ext cx="0" cy="647700"/>
          </a:xfrm>
          <a:prstGeom prst="line">
            <a:avLst/>
          </a:prstGeom>
          <a:noFill/>
          <a:ln w="19050">
            <a:solidFill>
              <a:srgbClr val="7FB6F5"/>
            </a:solidFill>
            <a:prstDash val="solid"/>
            <a:headEnd type="none"/>
            <a:tailEnd type="none"/>
          </a:ln>
        </p:spPr>
      </p:sp>
      <p:sp>
        <p:nvSpPr>
          <p:cNvPr id="23" name="Shape 19"/>
          <p:cNvSpPr/>
          <p:nvPr/>
        </p:nvSpPr>
        <p:spPr>
          <a:xfrm>
            <a:off x="5848350" y="2762250"/>
            <a:ext cx="133350" cy="0"/>
          </a:xfrm>
          <a:prstGeom prst="line">
            <a:avLst/>
          </a:prstGeom>
          <a:noFill/>
          <a:ln w="19050">
            <a:solidFill>
              <a:srgbClr val="7FB6F5"/>
            </a:solidFill>
            <a:prstDash val="solid"/>
            <a:headEnd type="none"/>
            <a:tailEnd type="triangle"/>
          </a:ln>
        </p:spPr>
      </p:sp>
      <p:sp>
        <p:nvSpPr>
          <p:cNvPr id="24" name="Shape 20"/>
          <p:cNvSpPr/>
          <p:nvPr/>
        </p:nvSpPr>
        <p:spPr>
          <a:xfrm>
            <a:off x="7715250" y="1924050"/>
            <a:ext cx="0" cy="190500"/>
          </a:xfrm>
          <a:prstGeom prst="line">
            <a:avLst/>
          </a:prstGeom>
          <a:noFill/>
          <a:ln w="19050">
            <a:solidFill>
              <a:srgbClr val="7FB6F5"/>
            </a:solidFill>
            <a:prstDash val="solid"/>
            <a:headEnd type="none"/>
            <a:tailEnd type="none"/>
          </a:ln>
        </p:spPr>
      </p:sp>
      <p:sp>
        <p:nvSpPr>
          <p:cNvPr id="25" name="Shape 21"/>
          <p:cNvSpPr/>
          <p:nvPr/>
        </p:nvSpPr>
        <p:spPr>
          <a:xfrm>
            <a:off x="7715250" y="2114550"/>
            <a:ext cx="228600" cy="0"/>
          </a:xfrm>
          <a:prstGeom prst="line">
            <a:avLst/>
          </a:prstGeom>
          <a:noFill/>
          <a:ln w="19050">
            <a:solidFill>
              <a:srgbClr val="7FB6F5"/>
            </a:solidFill>
            <a:prstDash val="solid"/>
            <a:headEnd type="none"/>
            <a:tailEnd type="none"/>
          </a:ln>
        </p:spPr>
      </p:sp>
      <p:sp>
        <p:nvSpPr>
          <p:cNvPr id="26" name="Shape 22"/>
          <p:cNvSpPr/>
          <p:nvPr/>
        </p:nvSpPr>
        <p:spPr>
          <a:xfrm>
            <a:off x="7943850" y="2114550"/>
            <a:ext cx="0" cy="647700"/>
          </a:xfrm>
          <a:prstGeom prst="line">
            <a:avLst/>
          </a:prstGeom>
          <a:noFill/>
          <a:ln w="19050">
            <a:solidFill>
              <a:srgbClr val="7FB6F5"/>
            </a:solidFill>
            <a:prstDash val="solid"/>
            <a:headEnd type="none"/>
            <a:tailEnd type="none"/>
          </a:ln>
        </p:spPr>
      </p:sp>
      <p:sp>
        <p:nvSpPr>
          <p:cNvPr id="27" name="Shape 23"/>
          <p:cNvSpPr/>
          <p:nvPr/>
        </p:nvSpPr>
        <p:spPr>
          <a:xfrm>
            <a:off x="7810500" y="2762250"/>
            <a:ext cx="133350" cy="0"/>
          </a:xfrm>
          <a:prstGeom prst="line">
            <a:avLst/>
          </a:prstGeom>
          <a:noFill/>
          <a:ln w="19050">
            <a:solidFill>
              <a:srgbClr val="7FB6F5"/>
            </a:solidFill>
            <a:prstDash val="solid"/>
            <a:headEnd type="none"/>
            <a:tailEnd type="triangle"/>
          </a:ln>
        </p:spPr>
      </p:sp>
      <p:sp>
        <p:nvSpPr>
          <p:cNvPr id="28" name="Shape 24"/>
          <p:cNvSpPr/>
          <p:nvPr/>
        </p:nvSpPr>
        <p:spPr>
          <a:xfrm>
            <a:off x="6896100" y="3181350"/>
            <a:ext cx="0" cy="457200"/>
          </a:xfrm>
          <a:prstGeom prst="line">
            <a:avLst/>
          </a:prstGeom>
          <a:noFill/>
          <a:ln w="19050">
            <a:solidFill>
              <a:srgbClr val="F2A63B"/>
            </a:solidFill>
            <a:prstDash val="solid"/>
            <a:headEnd type="none"/>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9FD"/>
        </a:solidFill>
        <a:effectLst/>
      </p:bgPr>
    </p:bg>
    <p:spTree>
      <p:nvGrpSpPr>
        <p:cNvPr id="1" name=""/>
        <p:cNvGrpSpPr/>
        <p:nvPr/>
      </p:nvGrpSpPr>
      <p:grpSpPr>
        <a:xfrm>
          <a:off x="0" y="0"/>
          <a:ext cx="0" cy="0"/>
          <a:chOff x="0" y="0"/>
          <a:chExt cx="0" cy="0"/>
        </a:xfrm>
      </p:grpSpPr>
      <p:sp>
        <p:nvSpPr>
          <p:cNvPr id="3" name="Shape 0"/>
          <p:cNvSpPr/>
          <p:nvPr/>
        </p:nvSpPr>
        <p:spPr>
          <a:xfrm>
            <a:off x="0" y="0"/>
            <a:ext cx="9144000" cy="819150"/>
          </a:xfrm>
          <a:prstGeom prst="rect">
            <a:avLst/>
          </a:prstGeom>
          <a:solidFill>
            <a:srgbClr val="0B2545"/>
          </a:solidFill>
          <a:ln/>
        </p:spPr>
      </p:sp>
      <p:sp>
        <p:nvSpPr>
          <p:cNvPr id="4" name="Shape 1"/>
          <p:cNvSpPr/>
          <p:nvPr/>
        </p:nvSpPr>
        <p:spPr>
          <a:xfrm>
            <a:off x="0" y="819150"/>
            <a:ext cx="9144000" cy="28575"/>
          </a:xfrm>
          <a:prstGeom prst="rect">
            <a:avLst/>
          </a:prstGeom>
          <a:solidFill>
            <a:srgbClr val="F2A63B"/>
          </a:solidFill>
          <a:ln/>
        </p:spPr>
      </p:sp>
      <p:pic>
        <p:nvPicPr>
          <p:cNvPr id="5" name="Image 0" descr="preencoded.png"/>
          <p:cNvPicPr>
            <a:picLocks noChangeAspect="1"/>
          </p:cNvPicPr>
          <p:nvPr/>
        </p:nvPicPr>
        <p:blipFill>
          <a:blip r:embed="rId3"/>
          <a:stretch>
            <a:fillRect/>
          </a:stretch>
        </p:blipFill>
        <p:spPr>
          <a:xfrm>
            <a:off x="7553325" y="0"/>
            <a:ext cx="1590675" cy="1571625"/>
          </a:xfrm>
          <a:prstGeom prst="rect">
            <a:avLst/>
          </a:prstGeom>
        </p:spPr>
      </p:pic>
      <p:sp>
        <p:nvSpPr>
          <p:cNvPr id="6" name="Text 2"/>
          <p:cNvSpPr/>
          <p:nvPr/>
        </p:nvSpPr>
        <p:spPr>
          <a:xfrm>
            <a:off x="457200" y="228600"/>
            <a:ext cx="5715000" cy="400050"/>
          </a:xfrm>
          <a:prstGeom prst="rect">
            <a:avLst/>
          </a:prstGeom>
          <a:noFill/>
          <a:ln/>
        </p:spPr>
        <p:txBody>
          <a:bodyPr wrap="square" lIns="0" tIns="0" rIns="0" bIns="0" rtlCol="0" anchor="ctr"/>
          <a:lstStyle/>
          <a:p>
            <a:pPr marL="0" indent="0" algn="l">
              <a:buNone/>
            </a:pPr>
            <a:r>
              <a:rPr lang="en-US" sz="2250" dirty="0">
                <a:solidFill>
                  <a:srgbClr val="FFFFFF"/>
                </a:solidFill>
                <a:latin typeface="Space Grotesk Bold" pitchFamily="34" charset="0"/>
                <a:ea typeface="Space Grotesk Bold" pitchFamily="34" charset="-122"/>
                <a:cs typeface="Space Grotesk Bold" pitchFamily="34" charset="-120"/>
              </a:rPr>
              <a:t>Project Objectives</a:t>
            </a:r>
            <a:endParaRPr lang="en-US" sz="2250" dirty="0"/>
          </a:p>
        </p:txBody>
      </p:sp>
      <p:sp>
        <p:nvSpPr>
          <p:cNvPr id="7" name="Text 3"/>
          <p:cNvSpPr/>
          <p:nvPr/>
        </p:nvSpPr>
        <p:spPr>
          <a:xfrm>
            <a:off x="6667500" y="323850"/>
            <a:ext cx="2019300" cy="209550"/>
          </a:xfrm>
          <a:prstGeom prst="rect">
            <a:avLst/>
          </a:prstGeom>
          <a:noFill/>
          <a:ln/>
        </p:spPr>
        <p:txBody>
          <a:bodyPr wrap="square" lIns="0" tIns="0" rIns="0" bIns="0" rtlCol="0" anchor="ctr"/>
          <a:lstStyle/>
          <a:p>
            <a:pPr marL="0" indent="0" algn="r">
              <a:buNone/>
            </a:pPr>
            <a:r>
              <a:rPr lang="en-US" sz="975" dirty="0">
                <a:solidFill>
                  <a:srgbClr val="7FB6F5"/>
                </a:solidFill>
                <a:latin typeface="Source Sans 3 SemiBold" pitchFamily="34" charset="0"/>
                <a:ea typeface="Source Sans 3 SemiBold" pitchFamily="34" charset="-122"/>
                <a:cs typeface="Source Sans 3 SemiBold" pitchFamily="34" charset="-120"/>
              </a:rPr>
              <a:t>SLIDE 02</a:t>
            </a:r>
            <a:endParaRPr lang="en-US" sz="975" dirty="0"/>
          </a:p>
        </p:txBody>
      </p:sp>
      <p:pic>
        <p:nvPicPr>
          <p:cNvPr id="8" name="Image 1" descr="preencoded.png"/>
          <p:cNvPicPr>
            <a:picLocks noChangeAspect="1"/>
          </p:cNvPicPr>
          <p:nvPr/>
        </p:nvPicPr>
        <p:blipFill>
          <a:blip r:embed="rId4"/>
          <a:stretch>
            <a:fillRect/>
          </a:stretch>
        </p:blipFill>
        <p:spPr>
          <a:xfrm>
            <a:off x="342900" y="1047750"/>
            <a:ext cx="2062435" cy="1009650"/>
          </a:xfrm>
          <a:prstGeom prst="rect">
            <a:avLst/>
          </a:prstGeom>
        </p:spPr>
      </p:pic>
      <p:sp>
        <p:nvSpPr>
          <p:cNvPr id="9" name="Shape 4"/>
          <p:cNvSpPr/>
          <p:nvPr/>
        </p:nvSpPr>
        <p:spPr>
          <a:xfrm>
            <a:off x="552450" y="1276350"/>
            <a:ext cx="323850" cy="323850"/>
          </a:xfrm>
          <a:prstGeom prst="roundRect">
            <a:avLst>
              <a:gd name="adj" fmla="val 26471"/>
            </a:avLst>
          </a:prstGeom>
          <a:solidFill>
            <a:srgbClr val="E8F1FE"/>
          </a:solidFill>
          <a:ln/>
        </p:spPr>
      </p:sp>
      <p:pic>
        <p:nvPicPr>
          <p:cNvPr id="10" name="Image 2" descr="preencoded.png"/>
          <p:cNvPicPr>
            <a:picLocks noChangeAspect="1"/>
          </p:cNvPicPr>
          <p:nvPr/>
        </p:nvPicPr>
        <p:blipFill>
          <a:blip r:embed="rId5"/>
          <a:stretch>
            <a:fillRect/>
          </a:stretch>
        </p:blipFill>
        <p:spPr>
          <a:xfrm>
            <a:off x="609600" y="1333500"/>
            <a:ext cx="209550" cy="209550"/>
          </a:xfrm>
          <a:prstGeom prst="rect">
            <a:avLst/>
          </a:prstGeom>
        </p:spPr>
      </p:pic>
      <p:sp>
        <p:nvSpPr>
          <p:cNvPr id="11" name="Text 5"/>
          <p:cNvSpPr/>
          <p:nvPr/>
        </p:nvSpPr>
        <p:spPr>
          <a:xfrm>
            <a:off x="552450" y="167640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01</a:t>
            </a:r>
            <a:endParaRPr lang="en-US" sz="825" dirty="0"/>
          </a:p>
        </p:txBody>
      </p:sp>
      <p:sp>
        <p:nvSpPr>
          <p:cNvPr id="12" name="Text 6"/>
          <p:cNvSpPr/>
          <p:nvPr/>
        </p:nvSpPr>
        <p:spPr>
          <a:xfrm>
            <a:off x="952500" y="127635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Centralize student &amp; teacher information</a:t>
            </a:r>
            <a:endParaRPr lang="en-US" sz="1037" dirty="0"/>
          </a:p>
        </p:txBody>
      </p:sp>
      <p:pic>
        <p:nvPicPr>
          <p:cNvPr id="13" name="Image 3" descr="preencoded.png"/>
          <p:cNvPicPr>
            <a:picLocks noChangeAspect="1"/>
          </p:cNvPicPr>
          <p:nvPr/>
        </p:nvPicPr>
        <p:blipFill>
          <a:blip r:embed="rId6"/>
          <a:stretch>
            <a:fillRect/>
          </a:stretch>
        </p:blipFill>
        <p:spPr>
          <a:xfrm>
            <a:off x="2474822" y="1047750"/>
            <a:ext cx="2062435" cy="1009650"/>
          </a:xfrm>
          <a:prstGeom prst="rect">
            <a:avLst/>
          </a:prstGeom>
        </p:spPr>
      </p:pic>
      <p:sp>
        <p:nvSpPr>
          <p:cNvPr id="14" name="Shape 7"/>
          <p:cNvSpPr/>
          <p:nvPr/>
        </p:nvSpPr>
        <p:spPr>
          <a:xfrm>
            <a:off x="2684372" y="1276350"/>
            <a:ext cx="323850" cy="323850"/>
          </a:xfrm>
          <a:prstGeom prst="roundRect">
            <a:avLst>
              <a:gd name="adj" fmla="val 26471"/>
            </a:avLst>
          </a:prstGeom>
          <a:solidFill>
            <a:srgbClr val="E8F1FE"/>
          </a:solidFill>
          <a:ln/>
        </p:spPr>
      </p:sp>
      <p:pic>
        <p:nvPicPr>
          <p:cNvPr id="15" name="Image 4" descr="preencoded.png"/>
          <p:cNvPicPr>
            <a:picLocks noChangeAspect="1"/>
          </p:cNvPicPr>
          <p:nvPr/>
        </p:nvPicPr>
        <p:blipFill>
          <a:blip r:embed="rId7"/>
          <a:stretch>
            <a:fillRect/>
          </a:stretch>
        </p:blipFill>
        <p:spPr>
          <a:xfrm>
            <a:off x="2741522" y="1333500"/>
            <a:ext cx="209550" cy="209550"/>
          </a:xfrm>
          <a:prstGeom prst="rect">
            <a:avLst/>
          </a:prstGeom>
        </p:spPr>
      </p:pic>
      <p:sp>
        <p:nvSpPr>
          <p:cNvPr id="16" name="Text 8"/>
          <p:cNvSpPr/>
          <p:nvPr/>
        </p:nvSpPr>
        <p:spPr>
          <a:xfrm>
            <a:off x="2684372" y="167640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02</a:t>
            </a:r>
            <a:endParaRPr lang="en-US" sz="825" dirty="0"/>
          </a:p>
        </p:txBody>
      </p:sp>
      <p:sp>
        <p:nvSpPr>
          <p:cNvPr id="17" name="Text 9"/>
          <p:cNvSpPr/>
          <p:nvPr/>
        </p:nvSpPr>
        <p:spPr>
          <a:xfrm>
            <a:off x="3084422" y="1276350"/>
            <a:ext cx="1333500" cy="342900"/>
          </a:xfrm>
          <a:prstGeom prst="rect">
            <a:avLst/>
          </a:prstGeom>
          <a:noFill/>
          <a:ln/>
        </p:spPr>
        <p:txBody>
          <a:bodyPr wrap="square" lIns="0" tIns="0" rIns="0" bIns="0" rtlCol="0" anchor="ctr"/>
          <a:lstStyle/>
          <a:p>
            <a:pPr marL="0" indent="0" algn="l">
              <a:buNone/>
            </a:pPr>
            <a:r>
              <a:rPr lang="en-US" sz="962" dirty="0">
                <a:solidFill>
                  <a:srgbClr val="0B2545"/>
                </a:solidFill>
                <a:latin typeface="Source Sans 3 SemiBold" pitchFamily="34" charset="0"/>
                <a:ea typeface="Source Sans 3 SemiBold" pitchFamily="34" charset="-122"/>
                <a:cs typeface="Source Sans 3 SemiBold" pitchFamily="34" charset="-120"/>
              </a:rPr>
              <a:t>Separate Admin, Teacher &amp; Student logins</a:t>
            </a:r>
            <a:endParaRPr lang="en-US" sz="962" dirty="0"/>
          </a:p>
        </p:txBody>
      </p:sp>
      <p:pic>
        <p:nvPicPr>
          <p:cNvPr id="18" name="Image 5" descr="preencoded.png"/>
          <p:cNvPicPr>
            <a:picLocks noChangeAspect="1"/>
          </p:cNvPicPr>
          <p:nvPr/>
        </p:nvPicPr>
        <p:blipFill>
          <a:blip r:embed="rId8"/>
          <a:stretch>
            <a:fillRect/>
          </a:stretch>
        </p:blipFill>
        <p:spPr>
          <a:xfrm>
            <a:off x="4606743" y="1047750"/>
            <a:ext cx="2062435" cy="1009650"/>
          </a:xfrm>
          <a:prstGeom prst="rect">
            <a:avLst/>
          </a:prstGeom>
        </p:spPr>
      </p:pic>
      <p:sp>
        <p:nvSpPr>
          <p:cNvPr id="19" name="Shape 10"/>
          <p:cNvSpPr/>
          <p:nvPr/>
        </p:nvSpPr>
        <p:spPr>
          <a:xfrm>
            <a:off x="4816293" y="1276350"/>
            <a:ext cx="323850" cy="323850"/>
          </a:xfrm>
          <a:prstGeom prst="roundRect">
            <a:avLst>
              <a:gd name="adj" fmla="val 26471"/>
            </a:avLst>
          </a:prstGeom>
          <a:solidFill>
            <a:srgbClr val="E8F1FE"/>
          </a:solidFill>
          <a:ln/>
        </p:spPr>
      </p:sp>
      <p:pic>
        <p:nvPicPr>
          <p:cNvPr id="20" name="Image 6" descr="preencoded.png"/>
          <p:cNvPicPr>
            <a:picLocks noChangeAspect="1"/>
          </p:cNvPicPr>
          <p:nvPr/>
        </p:nvPicPr>
        <p:blipFill>
          <a:blip r:embed="rId9"/>
          <a:stretch>
            <a:fillRect/>
          </a:stretch>
        </p:blipFill>
        <p:spPr>
          <a:xfrm>
            <a:off x="4873443" y="1333500"/>
            <a:ext cx="209550" cy="209550"/>
          </a:xfrm>
          <a:prstGeom prst="rect">
            <a:avLst/>
          </a:prstGeom>
        </p:spPr>
      </p:pic>
      <p:sp>
        <p:nvSpPr>
          <p:cNvPr id="21" name="Text 11"/>
          <p:cNvSpPr/>
          <p:nvPr/>
        </p:nvSpPr>
        <p:spPr>
          <a:xfrm>
            <a:off x="4816293" y="167640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03</a:t>
            </a:r>
            <a:endParaRPr lang="en-US" sz="825" dirty="0"/>
          </a:p>
        </p:txBody>
      </p:sp>
      <p:sp>
        <p:nvSpPr>
          <p:cNvPr id="22" name="Text 12"/>
          <p:cNvSpPr/>
          <p:nvPr/>
        </p:nvSpPr>
        <p:spPr>
          <a:xfrm>
            <a:off x="5216343" y="127635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Simplify assignment creation &amp; submission</a:t>
            </a:r>
            <a:endParaRPr lang="en-US" sz="1037" dirty="0"/>
          </a:p>
        </p:txBody>
      </p:sp>
      <p:pic>
        <p:nvPicPr>
          <p:cNvPr id="23" name="Image 7" descr="preencoded.png"/>
          <p:cNvPicPr>
            <a:picLocks noChangeAspect="1"/>
          </p:cNvPicPr>
          <p:nvPr/>
        </p:nvPicPr>
        <p:blipFill>
          <a:blip r:embed="rId10"/>
          <a:stretch>
            <a:fillRect/>
          </a:stretch>
        </p:blipFill>
        <p:spPr>
          <a:xfrm>
            <a:off x="6738665" y="1047750"/>
            <a:ext cx="2062435" cy="1009650"/>
          </a:xfrm>
          <a:prstGeom prst="rect">
            <a:avLst/>
          </a:prstGeom>
        </p:spPr>
      </p:pic>
      <p:sp>
        <p:nvSpPr>
          <p:cNvPr id="24" name="Shape 13"/>
          <p:cNvSpPr/>
          <p:nvPr/>
        </p:nvSpPr>
        <p:spPr>
          <a:xfrm>
            <a:off x="6948215" y="1276350"/>
            <a:ext cx="323850" cy="323850"/>
          </a:xfrm>
          <a:prstGeom prst="roundRect">
            <a:avLst>
              <a:gd name="adj" fmla="val 26471"/>
            </a:avLst>
          </a:prstGeom>
          <a:solidFill>
            <a:srgbClr val="FDF0DC"/>
          </a:solidFill>
          <a:ln/>
        </p:spPr>
      </p:sp>
      <p:pic>
        <p:nvPicPr>
          <p:cNvPr id="25" name="Image 8" descr="preencoded.png"/>
          <p:cNvPicPr>
            <a:picLocks noChangeAspect="1"/>
          </p:cNvPicPr>
          <p:nvPr/>
        </p:nvPicPr>
        <p:blipFill>
          <a:blip r:embed="rId11"/>
          <a:stretch>
            <a:fillRect/>
          </a:stretch>
        </p:blipFill>
        <p:spPr>
          <a:xfrm>
            <a:off x="7005365" y="1333500"/>
            <a:ext cx="209550" cy="209550"/>
          </a:xfrm>
          <a:prstGeom prst="rect">
            <a:avLst/>
          </a:prstGeom>
        </p:spPr>
      </p:pic>
      <p:sp>
        <p:nvSpPr>
          <p:cNvPr id="26" name="Text 14"/>
          <p:cNvSpPr/>
          <p:nvPr/>
        </p:nvSpPr>
        <p:spPr>
          <a:xfrm>
            <a:off x="6948215" y="1676400"/>
            <a:ext cx="1714500" cy="190500"/>
          </a:xfrm>
          <a:prstGeom prst="rect">
            <a:avLst/>
          </a:prstGeom>
          <a:noFill/>
          <a:ln/>
        </p:spPr>
        <p:txBody>
          <a:bodyPr wrap="square" lIns="0" tIns="0" rIns="0" bIns="0" rtlCol="0" anchor="ctr"/>
          <a:lstStyle/>
          <a:p>
            <a:pPr marL="0" indent="0" algn="l">
              <a:buNone/>
            </a:pPr>
            <a:r>
              <a:rPr lang="en-US" sz="825" kern="0" spc="75" dirty="0">
                <a:solidFill>
                  <a:srgbClr val="D9861B"/>
                </a:solidFill>
                <a:latin typeface="Source Sans 3 Bold" pitchFamily="34" charset="0"/>
                <a:ea typeface="Source Sans 3 Bold" pitchFamily="34" charset="-122"/>
                <a:cs typeface="Source Sans 3 Bold" pitchFamily="34" charset="-120"/>
              </a:rPr>
              <a:t>04</a:t>
            </a:r>
            <a:endParaRPr lang="en-US" sz="825" dirty="0"/>
          </a:p>
        </p:txBody>
      </p:sp>
      <p:sp>
        <p:nvSpPr>
          <p:cNvPr id="27" name="Text 15"/>
          <p:cNvSpPr/>
          <p:nvPr/>
        </p:nvSpPr>
        <p:spPr>
          <a:xfrm>
            <a:off x="7348265" y="127635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Automate attendance using Geofencing</a:t>
            </a:r>
            <a:endParaRPr lang="en-US" sz="1037" dirty="0"/>
          </a:p>
        </p:txBody>
      </p:sp>
      <p:pic>
        <p:nvPicPr>
          <p:cNvPr id="28" name="Image 9" descr="preencoded.png"/>
          <p:cNvPicPr>
            <a:picLocks noChangeAspect="1"/>
          </p:cNvPicPr>
          <p:nvPr/>
        </p:nvPicPr>
        <p:blipFill>
          <a:blip r:embed="rId4"/>
          <a:stretch>
            <a:fillRect/>
          </a:stretch>
        </p:blipFill>
        <p:spPr>
          <a:xfrm>
            <a:off x="342900" y="2095500"/>
            <a:ext cx="2062435" cy="1009650"/>
          </a:xfrm>
          <a:prstGeom prst="rect">
            <a:avLst/>
          </a:prstGeom>
        </p:spPr>
      </p:pic>
      <p:sp>
        <p:nvSpPr>
          <p:cNvPr id="29" name="Shape 16"/>
          <p:cNvSpPr/>
          <p:nvPr/>
        </p:nvSpPr>
        <p:spPr>
          <a:xfrm>
            <a:off x="552450" y="2324100"/>
            <a:ext cx="323850" cy="323850"/>
          </a:xfrm>
          <a:prstGeom prst="roundRect">
            <a:avLst>
              <a:gd name="adj" fmla="val 26471"/>
            </a:avLst>
          </a:prstGeom>
          <a:solidFill>
            <a:srgbClr val="E8F1FE"/>
          </a:solidFill>
          <a:ln/>
        </p:spPr>
      </p:sp>
      <p:pic>
        <p:nvPicPr>
          <p:cNvPr id="30" name="Image 10" descr="preencoded.png"/>
          <p:cNvPicPr>
            <a:picLocks noChangeAspect="1"/>
          </p:cNvPicPr>
          <p:nvPr/>
        </p:nvPicPr>
        <p:blipFill>
          <a:blip r:embed="rId12"/>
          <a:stretch>
            <a:fillRect/>
          </a:stretch>
        </p:blipFill>
        <p:spPr>
          <a:xfrm>
            <a:off x="609600" y="2381250"/>
            <a:ext cx="209550" cy="209550"/>
          </a:xfrm>
          <a:prstGeom prst="rect">
            <a:avLst/>
          </a:prstGeom>
        </p:spPr>
      </p:pic>
      <p:sp>
        <p:nvSpPr>
          <p:cNvPr id="31" name="Text 17"/>
          <p:cNvSpPr/>
          <p:nvPr/>
        </p:nvSpPr>
        <p:spPr>
          <a:xfrm>
            <a:off x="552450" y="272415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05</a:t>
            </a:r>
            <a:endParaRPr lang="en-US" sz="825" dirty="0"/>
          </a:p>
        </p:txBody>
      </p:sp>
      <p:sp>
        <p:nvSpPr>
          <p:cNvPr id="32" name="Text 18"/>
          <p:cNvSpPr/>
          <p:nvPr/>
        </p:nvSpPr>
        <p:spPr>
          <a:xfrm>
            <a:off x="952500" y="232410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Secure &amp; organized fee management</a:t>
            </a:r>
            <a:endParaRPr lang="en-US" sz="1037" dirty="0"/>
          </a:p>
        </p:txBody>
      </p:sp>
      <p:pic>
        <p:nvPicPr>
          <p:cNvPr id="33" name="Image 11" descr="preencoded.png"/>
          <p:cNvPicPr>
            <a:picLocks noChangeAspect="1"/>
          </p:cNvPicPr>
          <p:nvPr/>
        </p:nvPicPr>
        <p:blipFill>
          <a:blip r:embed="rId6"/>
          <a:stretch>
            <a:fillRect/>
          </a:stretch>
        </p:blipFill>
        <p:spPr>
          <a:xfrm>
            <a:off x="2474822" y="2095500"/>
            <a:ext cx="2062435" cy="1009650"/>
          </a:xfrm>
          <a:prstGeom prst="rect">
            <a:avLst/>
          </a:prstGeom>
        </p:spPr>
      </p:pic>
      <p:sp>
        <p:nvSpPr>
          <p:cNvPr id="34" name="Shape 19"/>
          <p:cNvSpPr/>
          <p:nvPr/>
        </p:nvSpPr>
        <p:spPr>
          <a:xfrm>
            <a:off x="2684372" y="2324100"/>
            <a:ext cx="323850" cy="323850"/>
          </a:xfrm>
          <a:prstGeom prst="roundRect">
            <a:avLst>
              <a:gd name="adj" fmla="val 26471"/>
            </a:avLst>
          </a:prstGeom>
          <a:solidFill>
            <a:srgbClr val="DDF5F1"/>
          </a:solidFill>
          <a:ln/>
        </p:spPr>
      </p:sp>
      <p:pic>
        <p:nvPicPr>
          <p:cNvPr id="35" name="Image 12" descr="preencoded.png"/>
          <p:cNvPicPr>
            <a:picLocks noChangeAspect="1"/>
          </p:cNvPicPr>
          <p:nvPr/>
        </p:nvPicPr>
        <p:blipFill>
          <a:blip r:embed="rId13"/>
          <a:stretch>
            <a:fillRect/>
          </a:stretch>
        </p:blipFill>
        <p:spPr>
          <a:xfrm>
            <a:off x="2741522" y="2381250"/>
            <a:ext cx="209550" cy="209550"/>
          </a:xfrm>
          <a:prstGeom prst="rect">
            <a:avLst/>
          </a:prstGeom>
        </p:spPr>
      </p:pic>
      <p:sp>
        <p:nvSpPr>
          <p:cNvPr id="36" name="Text 20"/>
          <p:cNvSpPr/>
          <p:nvPr/>
        </p:nvSpPr>
        <p:spPr>
          <a:xfrm>
            <a:off x="2684372" y="2724150"/>
            <a:ext cx="1714500" cy="190500"/>
          </a:xfrm>
          <a:prstGeom prst="rect">
            <a:avLst/>
          </a:prstGeom>
          <a:noFill/>
          <a:ln/>
        </p:spPr>
        <p:txBody>
          <a:bodyPr wrap="square" lIns="0" tIns="0" rIns="0" bIns="0" rtlCol="0" anchor="ctr"/>
          <a:lstStyle/>
          <a:p>
            <a:pPr marL="0" indent="0" algn="l">
              <a:buNone/>
            </a:pPr>
            <a:r>
              <a:rPr lang="en-US" sz="825" kern="0" spc="75" dirty="0">
                <a:solidFill>
                  <a:srgbClr val="0E8C7E"/>
                </a:solidFill>
                <a:latin typeface="Source Sans 3 Bold" pitchFamily="34" charset="0"/>
                <a:ea typeface="Source Sans 3 Bold" pitchFamily="34" charset="-122"/>
                <a:cs typeface="Source Sans 3 Bold" pitchFamily="34" charset="-120"/>
              </a:rPr>
              <a:t>06</a:t>
            </a:r>
            <a:endParaRPr lang="en-US" sz="825" dirty="0"/>
          </a:p>
        </p:txBody>
      </p:sp>
      <p:sp>
        <p:nvSpPr>
          <p:cNvPr id="37" name="Text 21"/>
          <p:cNvSpPr/>
          <p:nvPr/>
        </p:nvSpPr>
        <p:spPr>
          <a:xfrm>
            <a:off x="3084422" y="232410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WhatsApp alerts to students &amp; parents</a:t>
            </a:r>
            <a:endParaRPr lang="en-US" sz="1037" dirty="0"/>
          </a:p>
        </p:txBody>
      </p:sp>
      <p:pic>
        <p:nvPicPr>
          <p:cNvPr id="38" name="Image 13" descr="preencoded.png"/>
          <p:cNvPicPr>
            <a:picLocks noChangeAspect="1"/>
          </p:cNvPicPr>
          <p:nvPr/>
        </p:nvPicPr>
        <p:blipFill>
          <a:blip r:embed="rId8"/>
          <a:stretch>
            <a:fillRect/>
          </a:stretch>
        </p:blipFill>
        <p:spPr>
          <a:xfrm>
            <a:off x="4606743" y="2095500"/>
            <a:ext cx="2062435" cy="1009650"/>
          </a:xfrm>
          <a:prstGeom prst="rect">
            <a:avLst/>
          </a:prstGeom>
        </p:spPr>
      </p:pic>
      <p:sp>
        <p:nvSpPr>
          <p:cNvPr id="39" name="Shape 22"/>
          <p:cNvSpPr/>
          <p:nvPr/>
        </p:nvSpPr>
        <p:spPr>
          <a:xfrm>
            <a:off x="4816293" y="2324100"/>
            <a:ext cx="323850" cy="323850"/>
          </a:xfrm>
          <a:prstGeom prst="roundRect">
            <a:avLst>
              <a:gd name="adj" fmla="val 26471"/>
            </a:avLst>
          </a:prstGeom>
          <a:solidFill>
            <a:srgbClr val="E8F1FE"/>
          </a:solidFill>
          <a:ln/>
        </p:spPr>
      </p:sp>
      <p:pic>
        <p:nvPicPr>
          <p:cNvPr id="40" name="Image 14" descr="preencoded.png"/>
          <p:cNvPicPr>
            <a:picLocks noChangeAspect="1"/>
          </p:cNvPicPr>
          <p:nvPr/>
        </p:nvPicPr>
        <p:blipFill>
          <a:blip r:embed="rId14"/>
          <a:stretch>
            <a:fillRect/>
          </a:stretch>
        </p:blipFill>
        <p:spPr>
          <a:xfrm>
            <a:off x="4873443" y="2381250"/>
            <a:ext cx="209550" cy="209550"/>
          </a:xfrm>
          <a:prstGeom prst="rect">
            <a:avLst/>
          </a:prstGeom>
        </p:spPr>
      </p:pic>
      <p:sp>
        <p:nvSpPr>
          <p:cNvPr id="41" name="Text 23"/>
          <p:cNvSpPr/>
          <p:nvPr/>
        </p:nvSpPr>
        <p:spPr>
          <a:xfrm>
            <a:off x="4816293" y="272415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07</a:t>
            </a:r>
            <a:endParaRPr lang="en-US" sz="825" dirty="0"/>
          </a:p>
        </p:txBody>
      </p:sp>
      <p:sp>
        <p:nvSpPr>
          <p:cNvPr id="42" name="Text 24"/>
          <p:cNvSpPr/>
          <p:nvPr/>
        </p:nvSpPr>
        <p:spPr>
          <a:xfrm>
            <a:off x="5216343" y="2324100"/>
            <a:ext cx="1333500" cy="342900"/>
          </a:xfrm>
          <a:prstGeom prst="rect">
            <a:avLst/>
          </a:prstGeom>
          <a:noFill/>
          <a:ln/>
        </p:spPr>
        <p:txBody>
          <a:bodyPr wrap="square" lIns="0" tIns="0" rIns="0" bIns="0" rtlCol="0" anchor="ctr"/>
          <a:lstStyle/>
          <a:p>
            <a:pPr marL="0" indent="0" algn="l">
              <a:buNone/>
            </a:pPr>
            <a:r>
              <a:rPr lang="en-US" sz="1037" dirty="0">
                <a:solidFill>
                  <a:srgbClr val="0B2545"/>
                </a:solidFill>
                <a:latin typeface="Source Sans 3 SemiBold" pitchFamily="34" charset="0"/>
                <a:ea typeface="Source Sans 3 SemiBold" pitchFamily="34" charset="-122"/>
                <a:cs typeface="Source Sans 3 SemiBold" pitchFamily="34" charset="-120"/>
              </a:rPr>
              <a:t>AI chatbot support for students &amp; teachers</a:t>
            </a:r>
            <a:endParaRPr lang="en-US" sz="1037" dirty="0"/>
          </a:p>
        </p:txBody>
      </p:sp>
      <p:pic>
        <p:nvPicPr>
          <p:cNvPr id="43" name="Image 15" descr="preencoded.png"/>
          <p:cNvPicPr>
            <a:picLocks noChangeAspect="1"/>
          </p:cNvPicPr>
          <p:nvPr/>
        </p:nvPicPr>
        <p:blipFill>
          <a:blip r:embed="rId10"/>
          <a:stretch>
            <a:fillRect/>
          </a:stretch>
        </p:blipFill>
        <p:spPr>
          <a:xfrm>
            <a:off x="6738665" y="2095500"/>
            <a:ext cx="2062435" cy="1009650"/>
          </a:xfrm>
          <a:prstGeom prst="rect">
            <a:avLst/>
          </a:prstGeom>
        </p:spPr>
      </p:pic>
      <p:sp>
        <p:nvSpPr>
          <p:cNvPr id="44" name="Shape 25"/>
          <p:cNvSpPr/>
          <p:nvPr/>
        </p:nvSpPr>
        <p:spPr>
          <a:xfrm>
            <a:off x="6948215" y="2324100"/>
            <a:ext cx="323850" cy="323850"/>
          </a:xfrm>
          <a:prstGeom prst="roundRect">
            <a:avLst>
              <a:gd name="adj" fmla="val 26471"/>
            </a:avLst>
          </a:prstGeom>
          <a:solidFill>
            <a:srgbClr val="E8F1FE"/>
          </a:solidFill>
          <a:ln/>
        </p:spPr>
      </p:sp>
      <p:pic>
        <p:nvPicPr>
          <p:cNvPr id="45" name="Image 16" descr="preencoded.png"/>
          <p:cNvPicPr>
            <a:picLocks noChangeAspect="1"/>
          </p:cNvPicPr>
          <p:nvPr/>
        </p:nvPicPr>
        <p:blipFill>
          <a:blip r:embed="rId15"/>
          <a:stretch>
            <a:fillRect/>
          </a:stretch>
        </p:blipFill>
        <p:spPr>
          <a:xfrm>
            <a:off x="7005365" y="2381250"/>
            <a:ext cx="209550" cy="209550"/>
          </a:xfrm>
          <a:prstGeom prst="rect">
            <a:avLst/>
          </a:prstGeom>
        </p:spPr>
      </p:pic>
      <p:sp>
        <p:nvSpPr>
          <p:cNvPr id="46" name="Text 26"/>
          <p:cNvSpPr/>
          <p:nvPr/>
        </p:nvSpPr>
        <p:spPr>
          <a:xfrm>
            <a:off x="6948215" y="2724150"/>
            <a:ext cx="1714500" cy="190500"/>
          </a:xfrm>
          <a:prstGeom prst="rect">
            <a:avLst/>
          </a:prstGeom>
          <a:noFill/>
          <a:ln/>
        </p:spPr>
        <p:txBody>
          <a:bodyPr wrap="square" lIns="0" tIns="0" rIns="0" bIns="0" rtlCol="0" anchor="ctr"/>
          <a:lstStyle/>
          <a:p>
            <a:pPr marL="0" indent="0" algn="l">
              <a:buNone/>
            </a:pPr>
            <a:r>
              <a:rPr lang="en-US" sz="825" kern="0" spc="75" dirty="0">
                <a:solidFill>
                  <a:srgbClr val="1F6FEB"/>
                </a:solidFill>
                <a:latin typeface="Source Sans 3 Bold" pitchFamily="34" charset="0"/>
                <a:ea typeface="Source Sans 3 Bold" pitchFamily="34" charset="-122"/>
                <a:cs typeface="Source Sans 3 Bold" pitchFamily="34" charset="-120"/>
              </a:rPr>
              <a:t>08</a:t>
            </a:r>
            <a:endParaRPr lang="en-US" sz="825" dirty="0"/>
          </a:p>
        </p:txBody>
      </p:sp>
      <p:sp>
        <p:nvSpPr>
          <p:cNvPr id="47" name="Text 27"/>
          <p:cNvSpPr/>
          <p:nvPr/>
        </p:nvSpPr>
        <p:spPr>
          <a:xfrm>
            <a:off x="7348265" y="2324100"/>
            <a:ext cx="1333500" cy="342900"/>
          </a:xfrm>
          <a:prstGeom prst="rect">
            <a:avLst/>
          </a:prstGeom>
          <a:noFill/>
          <a:ln/>
        </p:spPr>
        <p:txBody>
          <a:bodyPr wrap="square" lIns="0" tIns="0" rIns="0" bIns="0" rtlCol="0" anchor="ctr"/>
          <a:lstStyle/>
          <a:p>
            <a:pPr marL="0" indent="0" algn="l">
              <a:buNone/>
            </a:pPr>
            <a:r>
              <a:rPr lang="en-US" sz="985" dirty="0">
                <a:solidFill>
                  <a:srgbClr val="0B2545"/>
                </a:solidFill>
                <a:latin typeface="Source Sans 3 SemiBold" pitchFamily="34" charset="0"/>
                <a:ea typeface="Source Sans 3 SemiBold" pitchFamily="34" charset="-122"/>
                <a:cs typeface="Source Sans 3 SemiBold" pitchFamily="34" charset="-120"/>
              </a:rPr>
              <a:t>Reduce manual work, improve communication</a:t>
            </a:r>
            <a:endParaRPr lang="en-US" sz="985" dirty="0"/>
          </a:p>
        </p:txBody>
      </p:sp>
      <p:sp>
        <p:nvSpPr>
          <p:cNvPr id="48" name="Shape 28"/>
          <p:cNvSpPr/>
          <p:nvPr/>
        </p:nvSpPr>
        <p:spPr>
          <a:xfrm>
            <a:off x="400050" y="3276600"/>
            <a:ext cx="8343900" cy="1428750"/>
          </a:xfrm>
          <a:prstGeom prst="roundRect">
            <a:avLst>
              <a:gd name="adj" fmla="val 10667"/>
            </a:avLst>
          </a:prstGeom>
          <a:solidFill>
            <a:srgbClr val="0B2545"/>
          </a:solidFill>
          <a:ln/>
        </p:spPr>
      </p:sp>
      <p:pic>
        <p:nvPicPr>
          <p:cNvPr id="49" name="Image 17" descr="preencoded.png"/>
          <p:cNvPicPr>
            <a:picLocks noChangeAspect="1"/>
          </p:cNvPicPr>
          <p:nvPr/>
        </p:nvPicPr>
        <p:blipFill>
          <a:blip r:embed="rId16"/>
          <a:stretch>
            <a:fillRect/>
          </a:stretch>
        </p:blipFill>
        <p:spPr>
          <a:xfrm>
            <a:off x="6477000" y="2971800"/>
            <a:ext cx="2667000" cy="2171700"/>
          </a:xfrm>
          <a:prstGeom prst="rect">
            <a:avLst/>
          </a:prstGeom>
        </p:spPr>
      </p:pic>
      <p:sp>
        <p:nvSpPr>
          <p:cNvPr id="50" name="Text 29"/>
          <p:cNvSpPr/>
          <p:nvPr/>
        </p:nvSpPr>
        <p:spPr>
          <a:xfrm>
            <a:off x="723900" y="3524250"/>
            <a:ext cx="2857500" cy="209550"/>
          </a:xfrm>
          <a:prstGeom prst="rect">
            <a:avLst/>
          </a:prstGeom>
          <a:noFill/>
          <a:ln/>
        </p:spPr>
        <p:txBody>
          <a:bodyPr wrap="square" lIns="0" tIns="0" rIns="0" bIns="0" rtlCol="0" anchor="ctr"/>
          <a:lstStyle/>
          <a:p>
            <a:pPr marL="0" indent="0" algn="l">
              <a:buNone/>
            </a:pPr>
            <a:r>
              <a:rPr lang="en-US" sz="900" kern="0" spc="165" dirty="0">
                <a:solidFill>
                  <a:srgbClr val="7FB6F5"/>
                </a:solidFill>
                <a:latin typeface="Space Grotesk SemiBold" pitchFamily="34" charset="0"/>
                <a:ea typeface="Space Grotesk SemiBold" pitchFamily="34" charset="-122"/>
                <a:cs typeface="Space Grotesk SemiBold" pitchFamily="34" charset="-120"/>
              </a:rPr>
              <a:t>WHAT THESE OBJECTIVES DELIVER</a:t>
            </a:r>
            <a:endParaRPr lang="en-US" sz="900" dirty="0"/>
          </a:p>
        </p:txBody>
      </p:sp>
      <p:sp>
        <p:nvSpPr>
          <p:cNvPr id="51" name="Shape 30"/>
          <p:cNvSpPr/>
          <p:nvPr/>
        </p:nvSpPr>
        <p:spPr>
          <a:xfrm>
            <a:off x="723900" y="3848100"/>
            <a:ext cx="2438400" cy="628650"/>
          </a:xfrm>
          <a:prstGeom prst="roundRect">
            <a:avLst>
              <a:gd name="adj" fmla="val 16667"/>
            </a:avLst>
          </a:prstGeom>
          <a:solidFill>
            <a:srgbClr val="FFFFFF">
              <a:alpha val="8000"/>
            </a:srgbClr>
          </a:solidFill>
          <a:ln w="9525">
            <a:solidFill>
              <a:srgbClr val="7FB6F5">
                <a:alpha val="35000"/>
              </a:srgbClr>
            </a:solidFill>
            <a:prstDash val="solid"/>
          </a:ln>
        </p:spPr>
      </p:sp>
      <p:sp>
        <p:nvSpPr>
          <p:cNvPr id="52" name="Text 31"/>
          <p:cNvSpPr/>
          <p:nvPr/>
        </p:nvSpPr>
        <p:spPr>
          <a:xfrm>
            <a:off x="876300" y="3962400"/>
            <a:ext cx="2133600" cy="209550"/>
          </a:xfrm>
          <a:prstGeom prst="rect">
            <a:avLst/>
          </a:prstGeom>
          <a:noFill/>
          <a:ln/>
        </p:spPr>
        <p:txBody>
          <a:bodyPr wrap="square" lIns="0" tIns="0" rIns="0" bIns="0" rtlCol="0" anchor="ctr"/>
          <a:lstStyle/>
          <a:p>
            <a:pPr marL="0" indent="0" algn="l">
              <a:buNone/>
            </a:pPr>
            <a:r>
              <a:rPr lang="en-US" sz="1200" dirty="0">
                <a:solidFill>
                  <a:srgbClr val="FFFFFF"/>
                </a:solidFill>
                <a:latin typeface="Space Grotesk Bold" pitchFamily="34" charset="0"/>
                <a:ea typeface="Space Grotesk Bold" pitchFamily="34" charset="-122"/>
                <a:cs typeface="Space Grotesk Bold" pitchFamily="34" charset="-120"/>
              </a:rPr>
              <a:t>One Central Database</a:t>
            </a:r>
            <a:endParaRPr lang="en-US" sz="1200" dirty="0"/>
          </a:p>
        </p:txBody>
      </p:sp>
      <p:sp>
        <p:nvSpPr>
          <p:cNvPr id="53" name="Text 32"/>
          <p:cNvSpPr/>
          <p:nvPr/>
        </p:nvSpPr>
        <p:spPr>
          <a:xfrm>
            <a:off x="876300" y="4191000"/>
            <a:ext cx="2133600" cy="190500"/>
          </a:xfrm>
          <a:prstGeom prst="rect">
            <a:avLst/>
          </a:prstGeom>
          <a:noFill/>
          <a:ln/>
        </p:spPr>
        <p:txBody>
          <a:bodyPr wrap="square" lIns="0" tIns="0" rIns="0" bIns="0" rtlCol="0" anchor="ctr"/>
          <a:lstStyle/>
          <a:p>
            <a:pPr marL="0" indent="0" algn="l">
              <a:buNone/>
            </a:pPr>
            <a:r>
              <a:rPr lang="en-US" sz="975" dirty="0">
                <a:solidFill>
                  <a:srgbClr val="B9D3F2"/>
                </a:solidFill>
                <a:latin typeface="Source Sans 3" pitchFamily="34" charset="0"/>
                <a:ea typeface="Source Sans 3" pitchFamily="34" charset="-122"/>
                <a:cs typeface="Source Sans 3" pitchFamily="34" charset="-120"/>
              </a:rPr>
              <a:t>All modules share the same data</a:t>
            </a:r>
            <a:endParaRPr lang="en-US" sz="975" dirty="0"/>
          </a:p>
        </p:txBody>
      </p:sp>
      <p:sp>
        <p:nvSpPr>
          <p:cNvPr id="54" name="Shape 33"/>
          <p:cNvSpPr/>
          <p:nvPr/>
        </p:nvSpPr>
        <p:spPr>
          <a:xfrm>
            <a:off x="3333750" y="3848100"/>
            <a:ext cx="2438400" cy="628650"/>
          </a:xfrm>
          <a:prstGeom prst="roundRect">
            <a:avLst>
              <a:gd name="adj" fmla="val 16667"/>
            </a:avLst>
          </a:prstGeom>
          <a:solidFill>
            <a:srgbClr val="FFFFFF">
              <a:alpha val="8000"/>
            </a:srgbClr>
          </a:solidFill>
          <a:ln w="9525">
            <a:solidFill>
              <a:srgbClr val="7FB6F5">
                <a:alpha val="35000"/>
              </a:srgbClr>
            </a:solidFill>
            <a:prstDash val="solid"/>
          </a:ln>
        </p:spPr>
      </p:sp>
      <p:sp>
        <p:nvSpPr>
          <p:cNvPr id="55" name="Text 34"/>
          <p:cNvSpPr/>
          <p:nvPr/>
        </p:nvSpPr>
        <p:spPr>
          <a:xfrm>
            <a:off x="3486150" y="3962400"/>
            <a:ext cx="2133600" cy="209550"/>
          </a:xfrm>
          <a:prstGeom prst="rect">
            <a:avLst/>
          </a:prstGeom>
          <a:noFill/>
          <a:ln/>
        </p:spPr>
        <p:txBody>
          <a:bodyPr wrap="square" lIns="0" tIns="0" rIns="0" bIns="0" rtlCol="0" anchor="ctr"/>
          <a:lstStyle/>
          <a:p>
            <a:pPr marL="0" indent="0" algn="l">
              <a:buNone/>
            </a:pPr>
            <a:r>
              <a:rPr lang="en-US" sz="1200" dirty="0">
                <a:solidFill>
                  <a:srgbClr val="FFFFFF"/>
                </a:solidFill>
                <a:latin typeface="Space Grotesk Bold" pitchFamily="34" charset="0"/>
                <a:ea typeface="Space Grotesk Bold" pitchFamily="34" charset="-122"/>
                <a:cs typeface="Space Grotesk Bold" pitchFamily="34" charset="-120"/>
              </a:rPr>
              <a:t>Less Manual Work</a:t>
            </a:r>
            <a:endParaRPr lang="en-US" sz="1200" dirty="0"/>
          </a:p>
        </p:txBody>
      </p:sp>
      <p:sp>
        <p:nvSpPr>
          <p:cNvPr id="56" name="Text 35"/>
          <p:cNvSpPr/>
          <p:nvPr/>
        </p:nvSpPr>
        <p:spPr>
          <a:xfrm>
            <a:off x="3486150" y="4191000"/>
            <a:ext cx="2133600" cy="190500"/>
          </a:xfrm>
          <a:prstGeom prst="rect">
            <a:avLst/>
          </a:prstGeom>
          <a:noFill/>
          <a:ln/>
        </p:spPr>
        <p:txBody>
          <a:bodyPr wrap="square" lIns="0" tIns="0" rIns="0" bIns="0" rtlCol="0" anchor="ctr"/>
          <a:lstStyle/>
          <a:p>
            <a:pPr marL="0" indent="0" algn="l">
              <a:buNone/>
            </a:pPr>
            <a:r>
              <a:rPr lang="en-US" sz="975" dirty="0">
                <a:solidFill>
                  <a:srgbClr val="B9D3F2"/>
                </a:solidFill>
                <a:latin typeface="Source Sans 3" pitchFamily="34" charset="0"/>
                <a:ea typeface="Source Sans 3" pitchFamily="34" charset="-122"/>
                <a:cs typeface="Source Sans 3" pitchFamily="34" charset="-120"/>
              </a:rPr>
              <a:t>Attendance and reminders automated</a:t>
            </a:r>
            <a:endParaRPr lang="en-US" sz="975" dirty="0"/>
          </a:p>
        </p:txBody>
      </p:sp>
      <p:sp>
        <p:nvSpPr>
          <p:cNvPr id="57" name="Shape 36"/>
          <p:cNvSpPr/>
          <p:nvPr/>
        </p:nvSpPr>
        <p:spPr>
          <a:xfrm>
            <a:off x="5943600" y="3848100"/>
            <a:ext cx="2438400" cy="628650"/>
          </a:xfrm>
          <a:prstGeom prst="roundRect">
            <a:avLst>
              <a:gd name="adj" fmla="val 16667"/>
            </a:avLst>
          </a:prstGeom>
          <a:solidFill>
            <a:srgbClr val="F2A63B">
              <a:alpha val="16000"/>
            </a:srgbClr>
          </a:solidFill>
          <a:ln w="9525">
            <a:solidFill>
              <a:srgbClr val="F2A63B"/>
            </a:solidFill>
            <a:prstDash val="solid"/>
          </a:ln>
        </p:spPr>
      </p:sp>
      <p:sp>
        <p:nvSpPr>
          <p:cNvPr id="58" name="Text 37"/>
          <p:cNvSpPr/>
          <p:nvPr/>
        </p:nvSpPr>
        <p:spPr>
          <a:xfrm>
            <a:off x="6096000" y="3962400"/>
            <a:ext cx="2133600" cy="209550"/>
          </a:xfrm>
          <a:prstGeom prst="rect">
            <a:avLst/>
          </a:prstGeom>
          <a:noFill/>
          <a:ln/>
        </p:spPr>
        <p:txBody>
          <a:bodyPr wrap="square" lIns="0" tIns="0" rIns="0" bIns="0" rtlCol="0" anchor="ctr"/>
          <a:lstStyle/>
          <a:p>
            <a:pPr marL="0" indent="0" algn="l">
              <a:buNone/>
            </a:pPr>
            <a:r>
              <a:rPr lang="en-US" sz="1200" dirty="0">
                <a:solidFill>
                  <a:srgbClr val="FFFFFF"/>
                </a:solidFill>
                <a:latin typeface="Space Grotesk Bold" pitchFamily="34" charset="0"/>
                <a:ea typeface="Space Grotesk Bold" pitchFamily="34" charset="-122"/>
                <a:cs typeface="Space Grotesk Bold" pitchFamily="34" charset="-120"/>
              </a:rPr>
              <a:t>Parents Stay Informed</a:t>
            </a:r>
            <a:endParaRPr lang="en-US" sz="1200" dirty="0"/>
          </a:p>
        </p:txBody>
      </p:sp>
      <p:sp>
        <p:nvSpPr>
          <p:cNvPr id="59" name="Text 38"/>
          <p:cNvSpPr/>
          <p:nvPr/>
        </p:nvSpPr>
        <p:spPr>
          <a:xfrm>
            <a:off x="6096000" y="4191000"/>
            <a:ext cx="2133600" cy="190500"/>
          </a:xfrm>
          <a:prstGeom prst="rect">
            <a:avLst/>
          </a:prstGeom>
          <a:noFill/>
          <a:ln/>
        </p:spPr>
        <p:txBody>
          <a:bodyPr wrap="square" lIns="0" tIns="0" rIns="0" bIns="0" rtlCol="0" anchor="ctr"/>
          <a:lstStyle/>
          <a:p>
            <a:pPr marL="0" indent="0" algn="l">
              <a:buNone/>
            </a:pPr>
            <a:r>
              <a:rPr lang="en-US" sz="975" dirty="0">
                <a:solidFill>
                  <a:srgbClr val="F6D8A8"/>
                </a:solidFill>
                <a:latin typeface="Source Sans 3" pitchFamily="34" charset="0"/>
                <a:ea typeface="Source Sans 3" pitchFamily="34" charset="-122"/>
                <a:cs typeface="Source Sans 3" pitchFamily="34" charset="-120"/>
              </a:rPr>
              <a:t>Instant WhatsApp updates</a:t>
            </a:r>
            <a:endParaRPr lang="en-US" sz="9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9FD"/>
        </a:solidFill>
        <a:effectLst/>
      </p:bgPr>
    </p:bg>
    <p:spTree>
      <p:nvGrpSpPr>
        <p:cNvPr id="1" name=""/>
        <p:cNvGrpSpPr/>
        <p:nvPr/>
      </p:nvGrpSpPr>
      <p:grpSpPr>
        <a:xfrm>
          <a:off x="0" y="0"/>
          <a:ext cx="0" cy="0"/>
          <a:chOff x="0" y="0"/>
          <a:chExt cx="0" cy="0"/>
        </a:xfrm>
      </p:grpSpPr>
      <p:sp>
        <p:nvSpPr>
          <p:cNvPr id="3" name="Shape 0"/>
          <p:cNvSpPr/>
          <p:nvPr/>
        </p:nvSpPr>
        <p:spPr>
          <a:xfrm>
            <a:off x="0" y="0"/>
            <a:ext cx="9144000" cy="819150"/>
          </a:xfrm>
          <a:prstGeom prst="rect">
            <a:avLst/>
          </a:prstGeom>
          <a:solidFill>
            <a:srgbClr val="0B2545"/>
          </a:solidFill>
          <a:ln/>
        </p:spPr>
      </p:sp>
      <p:sp>
        <p:nvSpPr>
          <p:cNvPr id="4" name="Shape 1"/>
          <p:cNvSpPr/>
          <p:nvPr/>
        </p:nvSpPr>
        <p:spPr>
          <a:xfrm>
            <a:off x="0" y="819150"/>
            <a:ext cx="9144000" cy="28575"/>
          </a:xfrm>
          <a:prstGeom prst="rect">
            <a:avLst/>
          </a:prstGeom>
          <a:solidFill>
            <a:srgbClr val="F2A63B"/>
          </a:solidFill>
          <a:ln/>
        </p:spPr>
      </p:sp>
      <p:pic>
        <p:nvPicPr>
          <p:cNvPr id="5" name="Image 0" descr="preencoded.png"/>
          <p:cNvPicPr>
            <a:picLocks noChangeAspect="1"/>
          </p:cNvPicPr>
          <p:nvPr/>
        </p:nvPicPr>
        <p:blipFill>
          <a:blip r:embed="rId3"/>
          <a:stretch>
            <a:fillRect/>
          </a:stretch>
        </p:blipFill>
        <p:spPr>
          <a:xfrm>
            <a:off x="7553325" y="0"/>
            <a:ext cx="1590675" cy="1571625"/>
          </a:xfrm>
          <a:prstGeom prst="rect">
            <a:avLst/>
          </a:prstGeom>
        </p:spPr>
      </p:pic>
      <p:sp>
        <p:nvSpPr>
          <p:cNvPr id="6" name="Text 2"/>
          <p:cNvSpPr/>
          <p:nvPr/>
        </p:nvSpPr>
        <p:spPr>
          <a:xfrm>
            <a:off x="457200" y="228600"/>
            <a:ext cx="5905500" cy="400050"/>
          </a:xfrm>
          <a:prstGeom prst="rect">
            <a:avLst/>
          </a:prstGeom>
          <a:noFill/>
          <a:ln/>
        </p:spPr>
        <p:txBody>
          <a:bodyPr wrap="square" lIns="0" tIns="0" rIns="0" bIns="0" rtlCol="0" anchor="ctr"/>
          <a:lstStyle/>
          <a:p>
            <a:pPr marL="0" indent="0" algn="l">
              <a:buNone/>
            </a:pPr>
            <a:r>
              <a:rPr lang="en-US" sz="2250" dirty="0">
                <a:solidFill>
                  <a:srgbClr val="FFFFFF"/>
                </a:solidFill>
                <a:latin typeface="Space Grotesk Bold" pitchFamily="34" charset="0"/>
                <a:ea typeface="Space Grotesk Bold" pitchFamily="34" charset="-122"/>
                <a:cs typeface="Space Grotesk Bold" pitchFamily="34" charset="-120"/>
              </a:rPr>
              <a:t>Major Modules of the System</a:t>
            </a:r>
            <a:endParaRPr lang="en-US" sz="2250" dirty="0"/>
          </a:p>
        </p:txBody>
      </p:sp>
      <p:sp>
        <p:nvSpPr>
          <p:cNvPr id="7" name="Text 3"/>
          <p:cNvSpPr/>
          <p:nvPr/>
        </p:nvSpPr>
        <p:spPr>
          <a:xfrm>
            <a:off x="6667500" y="323850"/>
            <a:ext cx="2019300" cy="209550"/>
          </a:xfrm>
          <a:prstGeom prst="rect">
            <a:avLst/>
          </a:prstGeom>
          <a:noFill/>
          <a:ln/>
        </p:spPr>
        <p:txBody>
          <a:bodyPr wrap="square" lIns="0" tIns="0" rIns="0" bIns="0" rtlCol="0" anchor="ctr"/>
          <a:lstStyle/>
          <a:p>
            <a:pPr marL="0" indent="0" algn="r">
              <a:buNone/>
            </a:pPr>
            <a:r>
              <a:rPr lang="en-US" sz="975" dirty="0">
                <a:solidFill>
                  <a:srgbClr val="7FB6F5"/>
                </a:solidFill>
                <a:latin typeface="Source Sans 3 SemiBold" pitchFamily="34" charset="0"/>
                <a:ea typeface="Source Sans 3 SemiBold" pitchFamily="34" charset="-122"/>
                <a:cs typeface="Source Sans 3 SemiBold" pitchFamily="34" charset="-120"/>
              </a:rPr>
              <a:t>SLIDE 03</a:t>
            </a:r>
            <a:endParaRPr lang="en-US" sz="975" dirty="0"/>
          </a:p>
        </p:txBody>
      </p:sp>
      <p:sp>
        <p:nvSpPr>
          <p:cNvPr id="8" name="Shape 4"/>
          <p:cNvSpPr/>
          <p:nvPr/>
        </p:nvSpPr>
        <p:spPr>
          <a:xfrm>
            <a:off x="323850" y="1009650"/>
            <a:ext cx="5295900" cy="2857500"/>
          </a:xfrm>
          <a:prstGeom prst="roundRect">
            <a:avLst>
              <a:gd name="adj" fmla="val 5333"/>
            </a:avLst>
          </a:prstGeom>
          <a:solidFill>
            <a:srgbClr val="FFFFFF"/>
          </a:solidFill>
          <a:ln w="9525">
            <a:solidFill>
              <a:srgbClr val="D3DEEE"/>
            </a:solidFill>
            <a:prstDash val="solid"/>
          </a:ln>
        </p:spPr>
      </p:sp>
      <p:sp>
        <p:nvSpPr>
          <p:cNvPr id="9" name="Shape 5"/>
          <p:cNvSpPr/>
          <p:nvPr/>
        </p:nvSpPr>
        <p:spPr>
          <a:xfrm>
            <a:off x="1466850" y="1619250"/>
            <a:ext cx="1104900" cy="723900"/>
          </a:xfrm>
          <a:prstGeom prst="line">
            <a:avLst/>
          </a:prstGeom>
          <a:noFill/>
          <a:ln w="14288">
            <a:solidFill>
              <a:srgbClr val="B7CDE8"/>
            </a:solidFill>
            <a:prstDash val="solid"/>
            <a:headEnd type="none"/>
            <a:tailEnd type="none"/>
          </a:ln>
        </p:spPr>
      </p:sp>
      <p:sp>
        <p:nvSpPr>
          <p:cNvPr id="10" name="Shape 6"/>
          <p:cNvSpPr/>
          <p:nvPr/>
        </p:nvSpPr>
        <p:spPr>
          <a:xfrm>
            <a:off x="2971800" y="1619250"/>
            <a:ext cx="0" cy="647700"/>
          </a:xfrm>
          <a:prstGeom prst="line">
            <a:avLst/>
          </a:prstGeom>
          <a:noFill/>
          <a:ln w="14288">
            <a:solidFill>
              <a:srgbClr val="B7CDE8"/>
            </a:solidFill>
            <a:prstDash val="solid"/>
            <a:headEnd type="none"/>
            <a:tailEnd type="none"/>
          </a:ln>
        </p:spPr>
      </p:sp>
      <p:sp>
        <p:nvSpPr>
          <p:cNvPr id="11" name="Shape 7"/>
          <p:cNvSpPr/>
          <p:nvPr/>
        </p:nvSpPr>
        <p:spPr>
          <a:xfrm flipV="1">
            <a:off x="3371850" y="1619250"/>
            <a:ext cx="1104900" cy="723900"/>
          </a:xfrm>
          <a:prstGeom prst="line">
            <a:avLst/>
          </a:prstGeom>
          <a:noFill/>
          <a:ln w="14288">
            <a:solidFill>
              <a:srgbClr val="B7CDE8"/>
            </a:solidFill>
            <a:prstDash val="solid"/>
            <a:headEnd type="none"/>
            <a:tailEnd type="none"/>
          </a:ln>
        </p:spPr>
      </p:sp>
      <p:sp>
        <p:nvSpPr>
          <p:cNvPr id="12" name="Shape 8"/>
          <p:cNvSpPr/>
          <p:nvPr/>
        </p:nvSpPr>
        <p:spPr>
          <a:xfrm>
            <a:off x="1466850" y="2438400"/>
            <a:ext cx="1066800" cy="0"/>
          </a:xfrm>
          <a:prstGeom prst="line">
            <a:avLst/>
          </a:prstGeom>
          <a:noFill/>
          <a:ln w="14288">
            <a:solidFill>
              <a:srgbClr val="B7CDE8"/>
            </a:solidFill>
            <a:prstDash val="solid"/>
            <a:headEnd type="none"/>
            <a:tailEnd type="none"/>
          </a:ln>
        </p:spPr>
      </p:sp>
      <p:sp>
        <p:nvSpPr>
          <p:cNvPr id="13" name="Shape 9"/>
          <p:cNvSpPr/>
          <p:nvPr/>
        </p:nvSpPr>
        <p:spPr>
          <a:xfrm>
            <a:off x="3409950" y="2438400"/>
            <a:ext cx="1066800" cy="0"/>
          </a:xfrm>
          <a:prstGeom prst="line">
            <a:avLst/>
          </a:prstGeom>
          <a:noFill/>
          <a:ln w="14288">
            <a:solidFill>
              <a:srgbClr val="B7CDE8"/>
            </a:solidFill>
            <a:prstDash val="solid"/>
            <a:headEnd type="none"/>
            <a:tailEnd type="none"/>
          </a:ln>
        </p:spPr>
      </p:sp>
      <p:sp>
        <p:nvSpPr>
          <p:cNvPr id="14" name="Shape 10"/>
          <p:cNvSpPr/>
          <p:nvPr/>
        </p:nvSpPr>
        <p:spPr>
          <a:xfrm flipV="1">
            <a:off x="1466850" y="2533650"/>
            <a:ext cx="1104900" cy="723900"/>
          </a:xfrm>
          <a:prstGeom prst="line">
            <a:avLst/>
          </a:prstGeom>
          <a:noFill/>
          <a:ln w="14288">
            <a:solidFill>
              <a:srgbClr val="B7CDE8"/>
            </a:solidFill>
            <a:prstDash val="solid"/>
            <a:headEnd type="none"/>
            <a:tailEnd type="none"/>
          </a:ln>
        </p:spPr>
      </p:sp>
      <p:sp>
        <p:nvSpPr>
          <p:cNvPr id="15" name="Shape 11"/>
          <p:cNvSpPr/>
          <p:nvPr/>
        </p:nvSpPr>
        <p:spPr>
          <a:xfrm>
            <a:off x="2971800" y="2609850"/>
            <a:ext cx="0" cy="647700"/>
          </a:xfrm>
          <a:prstGeom prst="line">
            <a:avLst/>
          </a:prstGeom>
          <a:noFill/>
          <a:ln w="14288">
            <a:solidFill>
              <a:srgbClr val="B7CDE8"/>
            </a:solidFill>
            <a:prstDash val="solid"/>
            <a:headEnd type="none"/>
            <a:tailEnd type="none"/>
          </a:ln>
        </p:spPr>
      </p:sp>
      <p:sp>
        <p:nvSpPr>
          <p:cNvPr id="16" name="Shape 12"/>
          <p:cNvSpPr/>
          <p:nvPr/>
        </p:nvSpPr>
        <p:spPr>
          <a:xfrm>
            <a:off x="3371850" y="2533650"/>
            <a:ext cx="1104900" cy="723900"/>
          </a:xfrm>
          <a:prstGeom prst="line">
            <a:avLst/>
          </a:prstGeom>
          <a:noFill/>
          <a:ln w="14288">
            <a:solidFill>
              <a:srgbClr val="B7CDE8"/>
            </a:solidFill>
            <a:prstDash val="solid"/>
            <a:headEnd type="none"/>
            <a:tailEnd type="none"/>
          </a:ln>
        </p:spPr>
      </p:sp>
      <p:sp>
        <p:nvSpPr>
          <p:cNvPr id="17" name="Shape 13"/>
          <p:cNvSpPr/>
          <p:nvPr/>
        </p:nvSpPr>
        <p:spPr>
          <a:xfrm>
            <a:off x="2476500" y="1943100"/>
            <a:ext cx="990600" cy="990600"/>
          </a:xfrm>
          <a:prstGeom prst="ellipse">
            <a:avLst/>
          </a:prstGeom>
          <a:solidFill>
            <a:srgbClr val="1F6FEB"/>
          </a:solidFill>
          <a:ln/>
        </p:spPr>
      </p:sp>
      <p:sp>
        <p:nvSpPr>
          <p:cNvPr id="18" name="Shape 14"/>
          <p:cNvSpPr/>
          <p:nvPr/>
        </p:nvSpPr>
        <p:spPr>
          <a:xfrm>
            <a:off x="2381250" y="1847850"/>
            <a:ext cx="1181100" cy="1181100"/>
          </a:xfrm>
          <a:prstGeom prst="ellipse">
            <a:avLst/>
          </a:prstGeom>
          <a:noFill/>
          <a:ln w="9525">
            <a:solidFill>
              <a:srgbClr val="1F6FEB">
                <a:alpha val="35000"/>
              </a:srgbClr>
            </a:solidFill>
            <a:prstDash val="solid"/>
          </a:ln>
        </p:spPr>
      </p:sp>
      <p:sp>
        <p:nvSpPr>
          <p:cNvPr id="19" name="Text 15"/>
          <p:cNvSpPr/>
          <p:nvPr/>
        </p:nvSpPr>
        <p:spPr>
          <a:xfrm>
            <a:off x="2495550" y="2266950"/>
            <a:ext cx="952500" cy="381000"/>
          </a:xfrm>
          <a:prstGeom prst="rect">
            <a:avLst/>
          </a:prstGeom>
          <a:noFill/>
          <a:ln/>
        </p:spPr>
        <p:txBody>
          <a:bodyPr wrap="square" lIns="0" tIns="0" rIns="0" bIns="0" rtlCol="0" anchor="ctr"/>
          <a:lstStyle/>
          <a:p>
            <a:pPr marL="0" indent="0" algn="ctr">
              <a:buNone/>
            </a:pPr>
            <a:r>
              <a:rPr lang="en-US" sz="1050" dirty="0">
                <a:solidFill>
                  <a:srgbClr val="FFFFFF"/>
                </a:solidFill>
                <a:latin typeface="Space Grotesk Bold" pitchFamily="34" charset="0"/>
                <a:ea typeface="Space Grotesk Bold" pitchFamily="34" charset="-122"/>
                <a:cs typeface="Space Grotesk Bold" pitchFamily="34" charset="-120"/>
              </a:rPr>
              <a:t>SMART PORTAL</a:t>
            </a:r>
            <a:endParaRPr lang="en-US" sz="1050" dirty="0"/>
          </a:p>
        </p:txBody>
      </p:sp>
      <p:sp>
        <p:nvSpPr>
          <p:cNvPr id="20" name="Shape 16"/>
          <p:cNvSpPr/>
          <p:nvPr/>
        </p:nvSpPr>
        <p:spPr>
          <a:xfrm>
            <a:off x="609600" y="1409700"/>
            <a:ext cx="1123950" cy="419100"/>
          </a:xfrm>
          <a:prstGeom prst="roundRect">
            <a:avLst>
              <a:gd name="adj" fmla="val 22727"/>
            </a:avLst>
          </a:prstGeom>
          <a:solidFill>
            <a:srgbClr val="E8F1FE"/>
          </a:solidFill>
          <a:ln w="9525">
            <a:solidFill>
              <a:srgbClr val="BBD5F7"/>
            </a:solidFill>
            <a:prstDash val="solid"/>
          </a:ln>
        </p:spPr>
      </p:sp>
      <p:pic>
        <p:nvPicPr>
          <p:cNvPr id="21" name="Image 1" descr="preencoded.png"/>
          <p:cNvPicPr>
            <a:picLocks noChangeAspect="1"/>
          </p:cNvPicPr>
          <p:nvPr/>
        </p:nvPicPr>
        <p:blipFill>
          <a:blip r:embed="rId4"/>
          <a:stretch>
            <a:fillRect/>
          </a:stretch>
        </p:blipFill>
        <p:spPr>
          <a:xfrm>
            <a:off x="676275" y="1514475"/>
            <a:ext cx="200025" cy="200025"/>
          </a:xfrm>
          <a:prstGeom prst="rect">
            <a:avLst/>
          </a:prstGeom>
        </p:spPr>
      </p:pic>
      <p:sp>
        <p:nvSpPr>
          <p:cNvPr id="22" name="Text 17"/>
          <p:cNvSpPr/>
          <p:nvPr/>
        </p:nvSpPr>
        <p:spPr>
          <a:xfrm>
            <a:off x="914400" y="1524000"/>
            <a:ext cx="762000" cy="19050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Admin Mgmt</a:t>
            </a:r>
            <a:endParaRPr lang="en-US" sz="900" dirty="0"/>
          </a:p>
        </p:txBody>
      </p:sp>
      <p:sp>
        <p:nvSpPr>
          <p:cNvPr id="23" name="Shape 18"/>
          <p:cNvSpPr/>
          <p:nvPr/>
        </p:nvSpPr>
        <p:spPr>
          <a:xfrm>
            <a:off x="609600" y="2228850"/>
            <a:ext cx="1123950" cy="419100"/>
          </a:xfrm>
          <a:prstGeom prst="roundRect">
            <a:avLst>
              <a:gd name="adj" fmla="val 22727"/>
            </a:avLst>
          </a:prstGeom>
          <a:solidFill>
            <a:srgbClr val="E8F1FE"/>
          </a:solidFill>
          <a:ln w="9525">
            <a:solidFill>
              <a:srgbClr val="BBD5F7"/>
            </a:solidFill>
            <a:prstDash val="solid"/>
          </a:ln>
        </p:spPr>
      </p:sp>
      <p:pic>
        <p:nvPicPr>
          <p:cNvPr id="24" name="Image 2" descr="preencoded.png"/>
          <p:cNvPicPr>
            <a:picLocks noChangeAspect="1"/>
          </p:cNvPicPr>
          <p:nvPr/>
        </p:nvPicPr>
        <p:blipFill>
          <a:blip r:embed="rId5"/>
          <a:stretch>
            <a:fillRect/>
          </a:stretch>
        </p:blipFill>
        <p:spPr>
          <a:xfrm>
            <a:off x="676275" y="2333625"/>
            <a:ext cx="200025" cy="200025"/>
          </a:xfrm>
          <a:prstGeom prst="rect">
            <a:avLst/>
          </a:prstGeom>
        </p:spPr>
      </p:pic>
      <p:sp>
        <p:nvSpPr>
          <p:cNvPr id="25" name="Text 19"/>
          <p:cNvSpPr/>
          <p:nvPr/>
        </p:nvSpPr>
        <p:spPr>
          <a:xfrm>
            <a:off x="914400" y="2343150"/>
            <a:ext cx="762000" cy="19050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Student Mgmt</a:t>
            </a:r>
            <a:endParaRPr lang="en-US" sz="900" dirty="0"/>
          </a:p>
        </p:txBody>
      </p:sp>
      <p:sp>
        <p:nvSpPr>
          <p:cNvPr id="26" name="Shape 20"/>
          <p:cNvSpPr/>
          <p:nvPr/>
        </p:nvSpPr>
        <p:spPr>
          <a:xfrm>
            <a:off x="609600" y="3048000"/>
            <a:ext cx="1123950" cy="419100"/>
          </a:xfrm>
          <a:prstGeom prst="roundRect">
            <a:avLst>
              <a:gd name="adj" fmla="val 22727"/>
            </a:avLst>
          </a:prstGeom>
          <a:solidFill>
            <a:srgbClr val="E8F1FE"/>
          </a:solidFill>
          <a:ln w="9525">
            <a:solidFill>
              <a:srgbClr val="BBD5F7"/>
            </a:solidFill>
            <a:prstDash val="solid"/>
          </a:ln>
        </p:spPr>
      </p:sp>
      <p:pic>
        <p:nvPicPr>
          <p:cNvPr id="27" name="Image 3" descr="preencoded.png"/>
          <p:cNvPicPr>
            <a:picLocks noChangeAspect="1"/>
          </p:cNvPicPr>
          <p:nvPr/>
        </p:nvPicPr>
        <p:blipFill>
          <a:blip r:embed="rId6"/>
          <a:stretch>
            <a:fillRect/>
          </a:stretch>
        </p:blipFill>
        <p:spPr>
          <a:xfrm>
            <a:off x="676275" y="3152775"/>
            <a:ext cx="200025" cy="200025"/>
          </a:xfrm>
          <a:prstGeom prst="rect">
            <a:avLst/>
          </a:prstGeom>
        </p:spPr>
      </p:pic>
      <p:sp>
        <p:nvSpPr>
          <p:cNvPr id="28" name="Text 21"/>
          <p:cNvSpPr/>
          <p:nvPr/>
        </p:nvSpPr>
        <p:spPr>
          <a:xfrm>
            <a:off x="914400" y="3162300"/>
            <a:ext cx="762000" cy="19050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Teacher Mgmt</a:t>
            </a:r>
            <a:endParaRPr lang="en-US" sz="900" dirty="0"/>
          </a:p>
        </p:txBody>
      </p:sp>
      <p:sp>
        <p:nvSpPr>
          <p:cNvPr id="29" name="Shape 22"/>
          <p:cNvSpPr/>
          <p:nvPr/>
        </p:nvSpPr>
        <p:spPr>
          <a:xfrm>
            <a:off x="4210050" y="1409700"/>
            <a:ext cx="1123950" cy="419100"/>
          </a:xfrm>
          <a:prstGeom prst="roundRect">
            <a:avLst>
              <a:gd name="adj" fmla="val 22727"/>
            </a:avLst>
          </a:prstGeom>
          <a:solidFill>
            <a:srgbClr val="E8F1FE"/>
          </a:solidFill>
          <a:ln w="9525">
            <a:solidFill>
              <a:srgbClr val="BBD5F7"/>
            </a:solidFill>
            <a:prstDash val="solid"/>
          </a:ln>
        </p:spPr>
      </p:sp>
      <p:pic>
        <p:nvPicPr>
          <p:cNvPr id="30" name="Image 4" descr="preencoded.png"/>
          <p:cNvPicPr>
            <a:picLocks noChangeAspect="1"/>
          </p:cNvPicPr>
          <p:nvPr/>
        </p:nvPicPr>
        <p:blipFill>
          <a:blip r:embed="rId7"/>
          <a:stretch>
            <a:fillRect/>
          </a:stretch>
        </p:blipFill>
        <p:spPr>
          <a:xfrm>
            <a:off x="4276725" y="1514475"/>
            <a:ext cx="200025" cy="200025"/>
          </a:xfrm>
          <a:prstGeom prst="rect">
            <a:avLst/>
          </a:prstGeom>
        </p:spPr>
      </p:pic>
      <p:sp>
        <p:nvSpPr>
          <p:cNvPr id="31" name="Text 23"/>
          <p:cNvSpPr/>
          <p:nvPr/>
        </p:nvSpPr>
        <p:spPr>
          <a:xfrm>
            <a:off x="4514850" y="1524000"/>
            <a:ext cx="762000" cy="190500"/>
          </a:xfrm>
          <a:prstGeom prst="rect">
            <a:avLst/>
          </a:prstGeom>
          <a:noFill/>
          <a:ln/>
        </p:spPr>
        <p:txBody>
          <a:bodyPr wrap="square" lIns="0" tIns="0" rIns="0" bIns="0" rtlCol="0" anchor="ctr"/>
          <a:lstStyle/>
          <a:p>
            <a:pPr marL="0" indent="0" algn="l">
              <a:buNone/>
            </a:pPr>
            <a:r>
              <a:rPr lang="en-US" sz="887" dirty="0">
                <a:solidFill>
                  <a:srgbClr val="0B2545"/>
                </a:solidFill>
                <a:latin typeface="Source Sans 3 Bold" pitchFamily="34" charset="0"/>
                <a:ea typeface="Source Sans 3 Bold" pitchFamily="34" charset="-122"/>
                <a:cs typeface="Source Sans 3 Bold" pitchFamily="34" charset="-120"/>
              </a:rPr>
              <a:t>Course &amp; Batch</a:t>
            </a:r>
            <a:endParaRPr lang="en-US" sz="887" dirty="0"/>
          </a:p>
        </p:txBody>
      </p:sp>
      <p:sp>
        <p:nvSpPr>
          <p:cNvPr id="32" name="Shape 24"/>
          <p:cNvSpPr/>
          <p:nvPr/>
        </p:nvSpPr>
        <p:spPr>
          <a:xfrm>
            <a:off x="4210050" y="2228850"/>
            <a:ext cx="1123950" cy="419100"/>
          </a:xfrm>
          <a:prstGeom prst="roundRect">
            <a:avLst>
              <a:gd name="adj" fmla="val 22727"/>
            </a:avLst>
          </a:prstGeom>
          <a:solidFill>
            <a:srgbClr val="E8F1FE"/>
          </a:solidFill>
          <a:ln w="9525">
            <a:solidFill>
              <a:srgbClr val="BBD5F7"/>
            </a:solidFill>
            <a:prstDash val="solid"/>
          </a:ln>
        </p:spPr>
      </p:sp>
      <p:pic>
        <p:nvPicPr>
          <p:cNvPr id="33" name="Image 5" descr="preencoded.png"/>
          <p:cNvPicPr>
            <a:picLocks noChangeAspect="1"/>
          </p:cNvPicPr>
          <p:nvPr/>
        </p:nvPicPr>
        <p:blipFill>
          <a:blip r:embed="rId8"/>
          <a:stretch>
            <a:fillRect/>
          </a:stretch>
        </p:blipFill>
        <p:spPr>
          <a:xfrm>
            <a:off x="4276725" y="2333625"/>
            <a:ext cx="200025" cy="200025"/>
          </a:xfrm>
          <a:prstGeom prst="rect">
            <a:avLst/>
          </a:prstGeom>
        </p:spPr>
      </p:pic>
      <p:sp>
        <p:nvSpPr>
          <p:cNvPr id="34" name="Text 25"/>
          <p:cNvSpPr/>
          <p:nvPr/>
        </p:nvSpPr>
        <p:spPr>
          <a:xfrm>
            <a:off x="4514850" y="2343150"/>
            <a:ext cx="762000" cy="19050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Assignments</a:t>
            </a:r>
            <a:endParaRPr lang="en-US" sz="900" dirty="0"/>
          </a:p>
        </p:txBody>
      </p:sp>
      <p:sp>
        <p:nvSpPr>
          <p:cNvPr id="35" name="Shape 26"/>
          <p:cNvSpPr/>
          <p:nvPr/>
        </p:nvSpPr>
        <p:spPr>
          <a:xfrm>
            <a:off x="4210050" y="3048000"/>
            <a:ext cx="1123950" cy="419100"/>
          </a:xfrm>
          <a:prstGeom prst="roundRect">
            <a:avLst>
              <a:gd name="adj" fmla="val 22727"/>
            </a:avLst>
          </a:prstGeom>
          <a:solidFill>
            <a:srgbClr val="FDF0DC"/>
          </a:solidFill>
          <a:ln w="9525">
            <a:solidFill>
              <a:srgbClr val="F0C685"/>
            </a:solidFill>
            <a:prstDash val="solid"/>
          </a:ln>
        </p:spPr>
      </p:sp>
      <p:pic>
        <p:nvPicPr>
          <p:cNvPr id="36" name="Image 6" descr="preencoded.png"/>
          <p:cNvPicPr>
            <a:picLocks noChangeAspect="1"/>
          </p:cNvPicPr>
          <p:nvPr/>
        </p:nvPicPr>
        <p:blipFill>
          <a:blip r:embed="rId9"/>
          <a:stretch>
            <a:fillRect/>
          </a:stretch>
        </p:blipFill>
        <p:spPr>
          <a:xfrm>
            <a:off x="4276725" y="3152775"/>
            <a:ext cx="200025" cy="200025"/>
          </a:xfrm>
          <a:prstGeom prst="rect">
            <a:avLst/>
          </a:prstGeom>
        </p:spPr>
      </p:pic>
      <p:sp>
        <p:nvSpPr>
          <p:cNvPr id="37" name="Text 27"/>
          <p:cNvSpPr/>
          <p:nvPr/>
        </p:nvSpPr>
        <p:spPr>
          <a:xfrm>
            <a:off x="4514850" y="3162300"/>
            <a:ext cx="762000" cy="19050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Geofencing</a:t>
            </a:r>
            <a:endParaRPr lang="en-US" sz="900" dirty="0"/>
          </a:p>
        </p:txBody>
      </p:sp>
      <p:sp>
        <p:nvSpPr>
          <p:cNvPr id="38" name="Shape 28"/>
          <p:cNvSpPr/>
          <p:nvPr/>
        </p:nvSpPr>
        <p:spPr>
          <a:xfrm>
            <a:off x="2409825" y="1409700"/>
            <a:ext cx="1123950" cy="419100"/>
          </a:xfrm>
          <a:prstGeom prst="roundRect">
            <a:avLst>
              <a:gd name="adj" fmla="val 22727"/>
            </a:avLst>
          </a:prstGeom>
          <a:solidFill>
            <a:srgbClr val="E8F1FE"/>
          </a:solidFill>
          <a:ln w="9525">
            <a:solidFill>
              <a:srgbClr val="BBD5F7"/>
            </a:solidFill>
            <a:prstDash val="solid"/>
          </a:ln>
        </p:spPr>
      </p:sp>
      <p:pic>
        <p:nvPicPr>
          <p:cNvPr id="39" name="Image 7" descr="preencoded.png"/>
          <p:cNvPicPr>
            <a:picLocks noChangeAspect="1"/>
          </p:cNvPicPr>
          <p:nvPr/>
        </p:nvPicPr>
        <p:blipFill>
          <a:blip r:embed="rId10"/>
          <a:stretch>
            <a:fillRect/>
          </a:stretch>
        </p:blipFill>
        <p:spPr>
          <a:xfrm>
            <a:off x="2476500" y="1514475"/>
            <a:ext cx="200025" cy="200025"/>
          </a:xfrm>
          <a:prstGeom prst="rect">
            <a:avLst/>
          </a:prstGeom>
        </p:spPr>
      </p:pic>
      <p:sp>
        <p:nvSpPr>
          <p:cNvPr id="40" name="Text 29"/>
          <p:cNvSpPr/>
          <p:nvPr/>
        </p:nvSpPr>
        <p:spPr>
          <a:xfrm>
            <a:off x="2714625" y="1524000"/>
            <a:ext cx="762000" cy="190500"/>
          </a:xfrm>
          <a:prstGeom prst="rect">
            <a:avLst/>
          </a:prstGeom>
          <a:noFill/>
          <a:ln/>
        </p:spPr>
        <p:txBody>
          <a:bodyPr wrap="square" lIns="0" tIns="0" rIns="0" bIns="0" rtlCol="0" anchor="ctr"/>
          <a:lstStyle/>
          <a:p>
            <a:pPr marL="0" indent="0" algn="l">
              <a:buNone/>
            </a:pPr>
            <a:r>
              <a:rPr lang="en-US" sz="843" dirty="0">
                <a:solidFill>
                  <a:srgbClr val="0B2545"/>
                </a:solidFill>
                <a:latin typeface="Source Sans 3 Bold" pitchFamily="34" charset="0"/>
                <a:ea typeface="Source Sans 3 Bold" pitchFamily="34" charset="-122"/>
                <a:cs typeface="Source Sans 3 Bold" pitchFamily="34" charset="-120"/>
              </a:rPr>
              <a:t>Fees &amp; Payment</a:t>
            </a:r>
            <a:endParaRPr lang="en-US" sz="843" dirty="0"/>
          </a:p>
        </p:txBody>
      </p:sp>
      <p:sp>
        <p:nvSpPr>
          <p:cNvPr id="41" name="Shape 30"/>
          <p:cNvSpPr/>
          <p:nvPr/>
        </p:nvSpPr>
        <p:spPr>
          <a:xfrm>
            <a:off x="2409825" y="3048000"/>
            <a:ext cx="1123950" cy="419100"/>
          </a:xfrm>
          <a:prstGeom prst="roundRect">
            <a:avLst>
              <a:gd name="adj" fmla="val 22727"/>
            </a:avLst>
          </a:prstGeom>
          <a:solidFill>
            <a:srgbClr val="DDF5F1"/>
          </a:solidFill>
          <a:ln w="9525">
            <a:solidFill>
              <a:srgbClr val="8FD6CC"/>
            </a:solidFill>
            <a:prstDash val="solid"/>
          </a:ln>
        </p:spPr>
      </p:sp>
      <p:pic>
        <p:nvPicPr>
          <p:cNvPr id="42" name="Image 8" descr="preencoded.png"/>
          <p:cNvPicPr>
            <a:picLocks noChangeAspect="1"/>
          </p:cNvPicPr>
          <p:nvPr/>
        </p:nvPicPr>
        <p:blipFill>
          <a:blip r:embed="rId11"/>
          <a:stretch>
            <a:fillRect/>
          </a:stretch>
        </p:blipFill>
        <p:spPr>
          <a:xfrm>
            <a:off x="2476500" y="3152775"/>
            <a:ext cx="200025" cy="200025"/>
          </a:xfrm>
          <a:prstGeom prst="rect">
            <a:avLst/>
          </a:prstGeom>
        </p:spPr>
      </p:pic>
      <p:sp>
        <p:nvSpPr>
          <p:cNvPr id="43" name="Text 31"/>
          <p:cNvSpPr/>
          <p:nvPr/>
        </p:nvSpPr>
        <p:spPr>
          <a:xfrm>
            <a:off x="2714625" y="3162300"/>
            <a:ext cx="762000" cy="190500"/>
          </a:xfrm>
          <a:prstGeom prst="rect">
            <a:avLst/>
          </a:prstGeom>
          <a:noFill/>
          <a:ln/>
        </p:spPr>
        <p:txBody>
          <a:bodyPr wrap="square" lIns="0" tIns="0" rIns="0" bIns="0" rtlCol="0" anchor="ctr"/>
          <a:lstStyle/>
          <a:p>
            <a:pPr marL="0" indent="0" algn="l">
              <a:buNone/>
            </a:pPr>
            <a:r>
              <a:rPr lang="en-US" sz="818" dirty="0">
                <a:solidFill>
                  <a:srgbClr val="0B2545"/>
                </a:solidFill>
                <a:latin typeface="Source Sans 3 Bold" pitchFamily="34" charset="0"/>
                <a:ea typeface="Source Sans 3 Bold" pitchFamily="34" charset="-122"/>
                <a:cs typeface="Source Sans 3 Bold" pitchFamily="34" charset="-120"/>
              </a:rPr>
              <a:t>WhatsApp Alerts</a:t>
            </a:r>
            <a:endParaRPr lang="en-US" sz="818" dirty="0"/>
          </a:p>
        </p:txBody>
      </p:sp>
      <p:sp>
        <p:nvSpPr>
          <p:cNvPr id="44" name="Shape 32"/>
          <p:cNvSpPr/>
          <p:nvPr/>
        </p:nvSpPr>
        <p:spPr>
          <a:xfrm>
            <a:off x="2409825" y="3505200"/>
            <a:ext cx="1123950" cy="323850"/>
          </a:xfrm>
          <a:prstGeom prst="roundRect">
            <a:avLst>
              <a:gd name="adj" fmla="val 26471"/>
            </a:avLst>
          </a:prstGeom>
          <a:solidFill>
            <a:srgbClr val="0B2545"/>
          </a:solidFill>
          <a:ln/>
        </p:spPr>
      </p:sp>
      <p:pic>
        <p:nvPicPr>
          <p:cNvPr id="45" name="Image 9" descr="preencoded.png"/>
          <p:cNvPicPr>
            <a:picLocks noChangeAspect="1"/>
          </p:cNvPicPr>
          <p:nvPr/>
        </p:nvPicPr>
        <p:blipFill>
          <a:blip r:embed="rId12"/>
          <a:stretch>
            <a:fillRect/>
          </a:stretch>
        </p:blipFill>
        <p:spPr>
          <a:xfrm>
            <a:off x="2476500" y="3567113"/>
            <a:ext cx="200025" cy="200025"/>
          </a:xfrm>
          <a:prstGeom prst="rect">
            <a:avLst/>
          </a:prstGeom>
        </p:spPr>
      </p:pic>
      <p:sp>
        <p:nvSpPr>
          <p:cNvPr id="46" name="Text 33"/>
          <p:cNvSpPr/>
          <p:nvPr/>
        </p:nvSpPr>
        <p:spPr>
          <a:xfrm>
            <a:off x="2705100" y="3571875"/>
            <a:ext cx="762000" cy="190500"/>
          </a:xfrm>
          <a:prstGeom prst="rect">
            <a:avLst/>
          </a:prstGeom>
          <a:noFill/>
          <a:ln/>
        </p:spPr>
        <p:txBody>
          <a:bodyPr wrap="square" lIns="0" tIns="0" rIns="0" bIns="0" rtlCol="0" anchor="ctr"/>
          <a:lstStyle/>
          <a:p>
            <a:pPr marL="0" indent="0" algn="l">
              <a:buNone/>
            </a:pPr>
            <a:r>
              <a:rPr lang="en-US" sz="830" dirty="0">
                <a:solidFill>
                  <a:srgbClr val="FFFFFF"/>
                </a:solidFill>
                <a:latin typeface="Source Sans 3 Bold" pitchFamily="34" charset="0"/>
                <a:ea typeface="Source Sans 3 Bold" pitchFamily="34" charset="-122"/>
                <a:cs typeface="Source Sans 3 Bold" pitchFamily="34" charset="-120"/>
              </a:rPr>
              <a:t>AI Chatbot</a:t>
            </a:r>
            <a:endParaRPr lang="en-US" sz="830" dirty="0"/>
          </a:p>
        </p:txBody>
      </p:sp>
      <p:sp>
        <p:nvSpPr>
          <p:cNvPr id="47" name="Text 34"/>
          <p:cNvSpPr/>
          <p:nvPr/>
        </p:nvSpPr>
        <p:spPr>
          <a:xfrm>
            <a:off x="5772150" y="1009650"/>
            <a:ext cx="3048000" cy="185552"/>
          </a:xfrm>
          <a:prstGeom prst="rect">
            <a:avLst/>
          </a:prstGeom>
          <a:noFill/>
          <a:ln/>
        </p:spPr>
        <p:txBody>
          <a:bodyPr wrap="square" lIns="0" tIns="0" rIns="0" bIns="0" rtlCol="0" anchor="ctr"/>
          <a:lstStyle/>
          <a:p>
            <a:pPr marL="0" indent="0" algn="l">
              <a:buNone/>
            </a:pPr>
            <a:r>
              <a:rPr lang="en-US" sz="900" kern="0" spc="150" dirty="0">
                <a:solidFill>
                  <a:srgbClr val="5A6B85"/>
                </a:solidFill>
                <a:latin typeface="Space Grotesk SemiBold" pitchFamily="34" charset="0"/>
                <a:ea typeface="Space Grotesk SemiBold" pitchFamily="34" charset="-122"/>
                <a:cs typeface="Space Grotesk SemiBold" pitchFamily="34" charset="-120"/>
              </a:rPr>
              <a:t>THE THREE LOGIN ROLES</a:t>
            </a:r>
            <a:endParaRPr lang="en-US" sz="900" dirty="0"/>
          </a:p>
        </p:txBody>
      </p:sp>
      <p:sp>
        <p:nvSpPr>
          <p:cNvPr id="48" name="Shape 35"/>
          <p:cNvSpPr/>
          <p:nvPr/>
        </p:nvSpPr>
        <p:spPr>
          <a:xfrm>
            <a:off x="5772150" y="1306533"/>
            <a:ext cx="3048000" cy="779318"/>
          </a:xfrm>
          <a:prstGeom prst="roundRect">
            <a:avLst>
              <a:gd name="adj" fmla="val 14667"/>
            </a:avLst>
          </a:prstGeom>
          <a:solidFill>
            <a:srgbClr val="FFFFFF"/>
          </a:solidFill>
          <a:ln w="9525">
            <a:solidFill>
              <a:srgbClr val="D3DEEE"/>
            </a:solidFill>
            <a:prstDash val="solid"/>
          </a:ln>
        </p:spPr>
      </p:sp>
      <p:sp>
        <p:nvSpPr>
          <p:cNvPr id="49" name="Shape 36"/>
          <p:cNvSpPr/>
          <p:nvPr/>
        </p:nvSpPr>
        <p:spPr>
          <a:xfrm>
            <a:off x="5772150" y="1306533"/>
            <a:ext cx="38100" cy="800100"/>
          </a:xfrm>
          <a:prstGeom prst="roundRect">
            <a:avLst>
              <a:gd name="adj" fmla="val 300000"/>
            </a:avLst>
          </a:prstGeom>
          <a:solidFill>
            <a:srgbClr val="1F6FEB"/>
          </a:solidFill>
          <a:ln/>
        </p:spPr>
      </p:sp>
      <p:sp>
        <p:nvSpPr>
          <p:cNvPr id="50" name="Text 37"/>
          <p:cNvSpPr/>
          <p:nvPr/>
        </p:nvSpPr>
        <p:spPr>
          <a:xfrm>
            <a:off x="5943600" y="1439883"/>
            <a:ext cx="2667000" cy="209550"/>
          </a:xfrm>
          <a:prstGeom prst="rect">
            <a:avLst/>
          </a:prstGeom>
          <a:noFill/>
          <a:ln/>
        </p:spPr>
        <p:txBody>
          <a:bodyPr wrap="square" lIns="0" tIns="0" rIns="0" bIns="0" rtlCol="0" anchor="ctr"/>
          <a:lstStyle/>
          <a:p>
            <a:pPr marL="0" indent="0" algn="l">
              <a:buNone/>
            </a:pPr>
            <a:r>
              <a:rPr lang="en-US" sz="1200" dirty="0">
                <a:solidFill>
                  <a:srgbClr val="0B2545"/>
                </a:solidFill>
                <a:latin typeface="Space Grotesk Bold" pitchFamily="34" charset="0"/>
                <a:ea typeface="Space Grotesk Bold" pitchFamily="34" charset="-122"/>
                <a:cs typeface="Space Grotesk Bold" pitchFamily="34" charset="-120"/>
              </a:rPr>
              <a:t>Admin</a:t>
            </a:r>
            <a:endParaRPr lang="en-US" sz="1200" dirty="0"/>
          </a:p>
        </p:txBody>
      </p:sp>
      <p:sp>
        <p:nvSpPr>
          <p:cNvPr id="51" name="Text 38"/>
          <p:cNvSpPr/>
          <p:nvPr/>
        </p:nvSpPr>
        <p:spPr>
          <a:xfrm>
            <a:off x="5943600" y="1668483"/>
            <a:ext cx="2705100" cy="342900"/>
          </a:xfrm>
          <a:prstGeom prst="rect">
            <a:avLst/>
          </a:prstGeom>
          <a:noFill/>
          <a:ln/>
        </p:spPr>
        <p:txBody>
          <a:bodyPr wrap="square" lIns="0" tIns="0" rIns="0" bIns="0" rtlCol="0" anchor="ctr"/>
          <a:lstStyle/>
          <a:p>
            <a:pPr marL="0" indent="0" algn="l">
              <a:buNone/>
            </a:pPr>
            <a:r>
              <a:rPr lang="en-US" sz="975" dirty="0">
                <a:solidFill>
                  <a:srgbClr val="5A6B85"/>
                </a:solidFill>
                <a:latin typeface="Source Sans 3" pitchFamily="34" charset="0"/>
                <a:ea typeface="Source Sans 3" pitchFamily="34" charset="-122"/>
                <a:cs typeface="Source Sans 3" pitchFamily="34" charset="-120"/>
              </a:rPr>
              <a:t>Complete data manipulation and management of the whole portal.</a:t>
            </a:r>
            <a:endParaRPr lang="en-US" sz="975" dirty="0"/>
          </a:p>
        </p:txBody>
      </p:sp>
      <p:sp>
        <p:nvSpPr>
          <p:cNvPr id="52" name="Shape 39"/>
          <p:cNvSpPr/>
          <p:nvPr/>
        </p:nvSpPr>
        <p:spPr>
          <a:xfrm>
            <a:off x="5772150" y="2197182"/>
            <a:ext cx="3048000" cy="779318"/>
          </a:xfrm>
          <a:prstGeom prst="roundRect">
            <a:avLst>
              <a:gd name="adj" fmla="val 14667"/>
            </a:avLst>
          </a:prstGeom>
          <a:solidFill>
            <a:srgbClr val="FFFFFF"/>
          </a:solidFill>
          <a:ln w="9525">
            <a:solidFill>
              <a:srgbClr val="D3DEEE"/>
            </a:solidFill>
            <a:prstDash val="solid"/>
          </a:ln>
        </p:spPr>
      </p:sp>
      <p:sp>
        <p:nvSpPr>
          <p:cNvPr id="53" name="Shape 40"/>
          <p:cNvSpPr/>
          <p:nvPr/>
        </p:nvSpPr>
        <p:spPr>
          <a:xfrm>
            <a:off x="5772150" y="2197182"/>
            <a:ext cx="38100" cy="800100"/>
          </a:xfrm>
          <a:prstGeom prst="roundRect">
            <a:avLst>
              <a:gd name="adj" fmla="val 300000"/>
            </a:avLst>
          </a:prstGeom>
          <a:solidFill>
            <a:srgbClr val="12A594"/>
          </a:solidFill>
          <a:ln/>
        </p:spPr>
      </p:sp>
      <p:sp>
        <p:nvSpPr>
          <p:cNvPr id="54" name="Text 41"/>
          <p:cNvSpPr/>
          <p:nvPr/>
        </p:nvSpPr>
        <p:spPr>
          <a:xfrm>
            <a:off x="5943600" y="2330532"/>
            <a:ext cx="2667000" cy="209550"/>
          </a:xfrm>
          <a:prstGeom prst="rect">
            <a:avLst/>
          </a:prstGeom>
          <a:noFill/>
          <a:ln/>
        </p:spPr>
        <p:txBody>
          <a:bodyPr wrap="square" lIns="0" tIns="0" rIns="0" bIns="0" rtlCol="0" anchor="ctr"/>
          <a:lstStyle/>
          <a:p>
            <a:pPr marL="0" indent="0" algn="l">
              <a:buNone/>
            </a:pPr>
            <a:r>
              <a:rPr lang="en-US" sz="1200" dirty="0">
                <a:solidFill>
                  <a:srgbClr val="0B2545"/>
                </a:solidFill>
                <a:latin typeface="Space Grotesk Bold" pitchFamily="34" charset="0"/>
                <a:ea typeface="Space Grotesk Bold" pitchFamily="34" charset="-122"/>
                <a:cs typeface="Space Grotesk Bold" pitchFamily="34" charset="-120"/>
              </a:rPr>
              <a:t>Teacher</a:t>
            </a:r>
            <a:endParaRPr lang="en-US" sz="1200" dirty="0"/>
          </a:p>
        </p:txBody>
      </p:sp>
      <p:sp>
        <p:nvSpPr>
          <p:cNvPr id="55" name="Text 42"/>
          <p:cNvSpPr/>
          <p:nvPr/>
        </p:nvSpPr>
        <p:spPr>
          <a:xfrm>
            <a:off x="5943600" y="2559132"/>
            <a:ext cx="2705100" cy="342900"/>
          </a:xfrm>
          <a:prstGeom prst="rect">
            <a:avLst/>
          </a:prstGeom>
          <a:noFill/>
          <a:ln/>
        </p:spPr>
        <p:txBody>
          <a:bodyPr wrap="square" lIns="0" tIns="0" rIns="0" bIns="0" rtlCol="0" anchor="ctr"/>
          <a:lstStyle/>
          <a:p>
            <a:pPr marL="0" indent="0" algn="l">
              <a:buNone/>
            </a:pPr>
            <a:r>
              <a:rPr lang="en-US" sz="975" dirty="0">
                <a:solidFill>
                  <a:srgbClr val="5A6B85"/>
                </a:solidFill>
                <a:latin typeface="Source Sans 3" pitchFamily="34" charset="0"/>
                <a:ea typeface="Source Sans 3" pitchFamily="34" charset="-122"/>
                <a:cs typeface="Source Sans 3" pitchFamily="34" charset="-120"/>
              </a:rPr>
              <a:t>Assignments, batches, courses and student-related activities.</a:t>
            </a:r>
            <a:endParaRPr lang="en-US" sz="975" dirty="0"/>
          </a:p>
        </p:txBody>
      </p:sp>
      <p:sp>
        <p:nvSpPr>
          <p:cNvPr id="56" name="Shape 43"/>
          <p:cNvSpPr/>
          <p:nvPr/>
        </p:nvSpPr>
        <p:spPr>
          <a:xfrm>
            <a:off x="5772150" y="3087832"/>
            <a:ext cx="3048000" cy="779318"/>
          </a:xfrm>
          <a:prstGeom prst="roundRect">
            <a:avLst>
              <a:gd name="adj" fmla="val 14667"/>
            </a:avLst>
          </a:prstGeom>
          <a:solidFill>
            <a:srgbClr val="FFFFFF"/>
          </a:solidFill>
          <a:ln w="9525">
            <a:solidFill>
              <a:srgbClr val="D3DEEE"/>
            </a:solidFill>
            <a:prstDash val="solid"/>
          </a:ln>
        </p:spPr>
      </p:sp>
      <p:sp>
        <p:nvSpPr>
          <p:cNvPr id="57" name="Shape 44"/>
          <p:cNvSpPr/>
          <p:nvPr/>
        </p:nvSpPr>
        <p:spPr>
          <a:xfrm>
            <a:off x="5772150" y="3087832"/>
            <a:ext cx="38100" cy="800100"/>
          </a:xfrm>
          <a:prstGeom prst="roundRect">
            <a:avLst>
              <a:gd name="adj" fmla="val 300000"/>
            </a:avLst>
          </a:prstGeom>
          <a:solidFill>
            <a:srgbClr val="F2A63B"/>
          </a:solidFill>
          <a:ln/>
        </p:spPr>
      </p:sp>
      <p:sp>
        <p:nvSpPr>
          <p:cNvPr id="58" name="Text 45"/>
          <p:cNvSpPr/>
          <p:nvPr/>
        </p:nvSpPr>
        <p:spPr>
          <a:xfrm>
            <a:off x="5943600" y="3221182"/>
            <a:ext cx="2667000" cy="209550"/>
          </a:xfrm>
          <a:prstGeom prst="rect">
            <a:avLst/>
          </a:prstGeom>
          <a:noFill/>
          <a:ln/>
        </p:spPr>
        <p:txBody>
          <a:bodyPr wrap="square" lIns="0" tIns="0" rIns="0" bIns="0" rtlCol="0" anchor="ctr"/>
          <a:lstStyle/>
          <a:p>
            <a:pPr marL="0" indent="0" algn="l">
              <a:buNone/>
            </a:pPr>
            <a:r>
              <a:rPr lang="en-US" sz="1200" dirty="0">
                <a:solidFill>
                  <a:srgbClr val="0B2545"/>
                </a:solidFill>
                <a:latin typeface="Space Grotesk Bold" pitchFamily="34" charset="0"/>
                <a:ea typeface="Space Grotesk Bold" pitchFamily="34" charset="-122"/>
                <a:cs typeface="Space Grotesk Bold" pitchFamily="34" charset="-120"/>
              </a:rPr>
              <a:t>Student</a:t>
            </a:r>
            <a:endParaRPr lang="en-US" sz="1200" dirty="0"/>
          </a:p>
        </p:txBody>
      </p:sp>
      <p:sp>
        <p:nvSpPr>
          <p:cNvPr id="59" name="Text 46"/>
          <p:cNvSpPr/>
          <p:nvPr/>
        </p:nvSpPr>
        <p:spPr>
          <a:xfrm>
            <a:off x="5943600" y="3449782"/>
            <a:ext cx="2705100" cy="342900"/>
          </a:xfrm>
          <a:prstGeom prst="rect">
            <a:avLst/>
          </a:prstGeom>
          <a:noFill/>
          <a:ln/>
        </p:spPr>
        <p:txBody>
          <a:bodyPr wrap="square" lIns="0" tIns="0" rIns="0" bIns="0" rtlCol="0" anchor="ctr"/>
          <a:lstStyle/>
          <a:p>
            <a:pPr marL="0" indent="0" algn="l">
              <a:buNone/>
            </a:pPr>
            <a:r>
              <a:rPr lang="en-US" sz="975" dirty="0">
                <a:solidFill>
                  <a:srgbClr val="5A6B85"/>
                </a:solidFill>
                <a:latin typeface="Source Sans 3" pitchFamily="34" charset="0"/>
                <a:ea typeface="Source Sans 3" pitchFamily="34" charset="-122"/>
                <a:cs typeface="Source Sans 3" pitchFamily="34" charset="-120"/>
              </a:rPr>
              <a:t>Registration, dashboard, assignments, marks, attendance and fees.</a:t>
            </a:r>
            <a:endParaRPr lang="en-US" sz="975" dirty="0"/>
          </a:p>
        </p:txBody>
      </p:sp>
      <p:sp>
        <p:nvSpPr>
          <p:cNvPr id="60" name="Shape 47"/>
          <p:cNvSpPr/>
          <p:nvPr/>
        </p:nvSpPr>
        <p:spPr>
          <a:xfrm>
            <a:off x="323850" y="4038600"/>
            <a:ext cx="8496300" cy="723900"/>
          </a:xfrm>
          <a:prstGeom prst="roundRect">
            <a:avLst>
              <a:gd name="adj" fmla="val 18421"/>
            </a:avLst>
          </a:prstGeom>
          <a:solidFill>
            <a:srgbClr val="0B2545"/>
          </a:solidFill>
          <a:ln/>
        </p:spPr>
      </p:sp>
      <p:sp>
        <p:nvSpPr>
          <p:cNvPr id="61" name="Shape 48"/>
          <p:cNvSpPr/>
          <p:nvPr/>
        </p:nvSpPr>
        <p:spPr>
          <a:xfrm>
            <a:off x="552450" y="4191000"/>
            <a:ext cx="2552700" cy="419100"/>
          </a:xfrm>
          <a:prstGeom prst="roundRect">
            <a:avLst>
              <a:gd name="adj" fmla="val 22727"/>
            </a:avLst>
          </a:prstGeom>
          <a:solidFill>
            <a:srgbClr val="FFFFFF">
              <a:alpha val="8000"/>
            </a:srgbClr>
          </a:solidFill>
          <a:ln/>
        </p:spPr>
      </p:sp>
      <p:sp>
        <p:nvSpPr>
          <p:cNvPr id="62" name="Text 49"/>
          <p:cNvSpPr/>
          <p:nvPr/>
        </p:nvSpPr>
        <p:spPr>
          <a:xfrm>
            <a:off x="685800" y="4305300"/>
            <a:ext cx="2286000" cy="190500"/>
          </a:xfrm>
          <a:prstGeom prst="rect">
            <a:avLst/>
          </a:prstGeom>
          <a:noFill/>
          <a:ln/>
        </p:spPr>
        <p:txBody>
          <a:bodyPr wrap="square" lIns="0" tIns="0" rIns="0" bIns="0" rtlCol="0" anchor="ctr"/>
          <a:lstStyle/>
          <a:p>
            <a:pPr marL="0" indent="0" algn="l">
              <a:buNone/>
            </a:pPr>
            <a:r>
              <a:rPr lang="en-US" sz="975" dirty="0">
                <a:solidFill>
                  <a:srgbClr val="FFFFFF"/>
                </a:solidFill>
                <a:latin typeface="Source Sans 3 SemiBold" pitchFamily="34" charset="0"/>
                <a:ea typeface="Source Sans 3 SemiBold" pitchFamily="34" charset="-122"/>
                <a:cs typeface="Source Sans 3 SemiBold" pitchFamily="34" charset="-120"/>
              </a:rPr>
              <a:t>Fees: Full Payment or Monthly Installment</a:t>
            </a:r>
            <a:endParaRPr lang="en-US" sz="975" dirty="0"/>
          </a:p>
        </p:txBody>
      </p:sp>
      <p:sp>
        <p:nvSpPr>
          <p:cNvPr id="63" name="Shape 50"/>
          <p:cNvSpPr/>
          <p:nvPr/>
        </p:nvSpPr>
        <p:spPr>
          <a:xfrm>
            <a:off x="3238500" y="4191000"/>
            <a:ext cx="2552700" cy="419100"/>
          </a:xfrm>
          <a:prstGeom prst="roundRect">
            <a:avLst>
              <a:gd name="adj" fmla="val 22727"/>
            </a:avLst>
          </a:prstGeom>
          <a:solidFill>
            <a:srgbClr val="FFFFFF">
              <a:alpha val="8000"/>
            </a:srgbClr>
          </a:solidFill>
          <a:ln/>
        </p:spPr>
      </p:sp>
      <p:sp>
        <p:nvSpPr>
          <p:cNvPr id="64" name="Text 51"/>
          <p:cNvSpPr/>
          <p:nvPr/>
        </p:nvSpPr>
        <p:spPr>
          <a:xfrm>
            <a:off x="3371850" y="4305300"/>
            <a:ext cx="2286000" cy="190500"/>
          </a:xfrm>
          <a:prstGeom prst="rect">
            <a:avLst/>
          </a:prstGeom>
          <a:noFill/>
          <a:ln/>
        </p:spPr>
        <p:txBody>
          <a:bodyPr wrap="square" lIns="0" tIns="0" rIns="0" bIns="0" rtlCol="0" anchor="ctr"/>
          <a:lstStyle/>
          <a:p>
            <a:pPr marL="0" indent="0" algn="l">
              <a:buNone/>
            </a:pPr>
            <a:r>
              <a:rPr lang="en-US" sz="975" dirty="0">
                <a:solidFill>
                  <a:srgbClr val="FFFFFF"/>
                </a:solidFill>
                <a:latin typeface="Source Sans 3 SemiBold" pitchFamily="34" charset="0"/>
                <a:ea typeface="Source Sans 3 SemiBold" pitchFamily="34" charset="-122"/>
                <a:cs typeface="Source Sans 3 SemiBold" pitchFamily="34" charset="-120"/>
              </a:rPr>
              <a:t>Reminders sent before every due date</a:t>
            </a:r>
            <a:endParaRPr lang="en-US" sz="975" dirty="0"/>
          </a:p>
        </p:txBody>
      </p:sp>
      <p:sp>
        <p:nvSpPr>
          <p:cNvPr id="65" name="Shape 52"/>
          <p:cNvSpPr/>
          <p:nvPr/>
        </p:nvSpPr>
        <p:spPr>
          <a:xfrm>
            <a:off x="5924550" y="4191000"/>
            <a:ext cx="2552700" cy="419100"/>
          </a:xfrm>
          <a:prstGeom prst="roundRect">
            <a:avLst>
              <a:gd name="adj" fmla="val 22727"/>
            </a:avLst>
          </a:prstGeom>
          <a:solidFill>
            <a:srgbClr val="FFFFFF">
              <a:alpha val="8000"/>
            </a:srgbClr>
          </a:solidFill>
          <a:ln/>
        </p:spPr>
      </p:sp>
      <p:sp>
        <p:nvSpPr>
          <p:cNvPr id="66" name="Text 53"/>
          <p:cNvSpPr/>
          <p:nvPr/>
        </p:nvSpPr>
        <p:spPr>
          <a:xfrm>
            <a:off x="6057900" y="4305300"/>
            <a:ext cx="2286000" cy="190500"/>
          </a:xfrm>
          <a:prstGeom prst="rect">
            <a:avLst/>
          </a:prstGeom>
          <a:noFill/>
          <a:ln/>
        </p:spPr>
        <p:txBody>
          <a:bodyPr wrap="square" lIns="0" tIns="0" rIns="0" bIns="0" rtlCol="0" anchor="ctr"/>
          <a:lstStyle/>
          <a:p>
            <a:pPr marL="0" indent="0" algn="l">
              <a:buNone/>
            </a:pPr>
            <a:r>
              <a:rPr lang="en-US" sz="975" dirty="0">
                <a:solidFill>
                  <a:srgbClr val="FFFFFF"/>
                </a:solidFill>
                <a:latin typeface="Source Sans 3 SemiBold" pitchFamily="34" charset="0"/>
                <a:ea typeface="Source Sans 3 SemiBold" pitchFamily="34" charset="-122"/>
                <a:cs typeface="Source Sans 3 SemiBold" pitchFamily="34" charset="-120"/>
              </a:rPr>
              <a:t>AI chatbot open to all three roles</a:t>
            </a:r>
            <a:endParaRPr lang="en-US" sz="9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9FD"/>
        </a:solidFill>
        <a:effectLst/>
      </p:bgPr>
    </p:bg>
    <p:spTree>
      <p:nvGrpSpPr>
        <p:cNvPr id="1" name=""/>
        <p:cNvGrpSpPr/>
        <p:nvPr/>
      </p:nvGrpSpPr>
      <p:grpSpPr>
        <a:xfrm>
          <a:off x="0" y="0"/>
          <a:ext cx="0" cy="0"/>
          <a:chOff x="0" y="0"/>
          <a:chExt cx="0" cy="0"/>
        </a:xfrm>
      </p:grpSpPr>
      <p:sp>
        <p:nvSpPr>
          <p:cNvPr id="3" name="Shape 0"/>
          <p:cNvSpPr/>
          <p:nvPr/>
        </p:nvSpPr>
        <p:spPr>
          <a:xfrm>
            <a:off x="0" y="0"/>
            <a:ext cx="9144000" cy="819150"/>
          </a:xfrm>
          <a:prstGeom prst="rect">
            <a:avLst/>
          </a:prstGeom>
          <a:solidFill>
            <a:srgbClr val="0B2545"/>
          </a:solidFill>
          <a:ln/>
        </p:spPr>
      </p:sp>
      <p:sp>
        <p:nvSpPr>
          <p:cNvPr id="4" name="Shape 1"/>
          <p:cNvSpPr/>
          <p:nvPr/>
        </p:nvSpPr>
        <p:spPr>
          <a:xfrm>
            <a:off x="0" y="819150"/>
            <a:ext cx="9144000" cy="28575"/>
          </a:xfrm>
          <a:prstGeom prst="rect">
            <a:avLst/>
          </a:prstGeom>
          <a:solidFill>
            <a:srgbClr val="F2A63B"/>
          </a:solidFill>
          <a:ln/>
        </p:spPr>
      </p:sp>
      <p:pic>
        <p:nvPicPr>
          <p:cNvPr id="5" name="Image 0" descr="preencoded.png"/>
          <p:cNvPicPr>
            <a:picLocks noChangeAspect="1"/>
          </p:cNvPicPr>
          <p:nvPr/>
        </p:nvPicPr>
        <p:blipFill>
          <a:blip r:embed="rId3"/>
          <a:stretch>
            <a:fillRect/>
          </a:stretch>
        </p:blipFill>
        <p:spPr>
          <a:xfrm>
            <a:off x="7553325" y="0"/>
            <a:ext cx="1590675" cy="1571625"/>
          </a:xfrm>
          <a:prstGeom prst="rect">
            <a:avLst/>
          </a:prstGeom>
        </p:spPr>
      </p:pic>
      <p:sp>
        <p:nvSpPr>
          <p:cNvPr id="6" name="Text 2"/>
          <p:cNvSpPr/>
          <p:nvPr/>
        </p:nvSpPr>
        <p:spPr>
          <a:xfrm>
            <a:off x="457200" y="228600"/>
            <a:ext cx="5905500" cy="400050"/>
          </a:xfrm>
          <a:prstGeom prst="rect">
            <a:avLst/>
          </a:prstGeom>
          <a:noFill/>
          <a:ln/>
        </p:spPr>
        <p:txBody>
          <a:bodyPr wrap="square" lIns="0" tIns="0" rIns="0" bIns="0" rtlCol="0" anchor="ctr"/>
          <a:lstStyle/>
          <a:p>
            <a:pPr marL="0" indent="0" algn="l">
              <a:buNone/>
            </a:pPr>
            <a:r>
              <a:rPr lang="en-US" sz="2250" dirty="0">
                <a:solidFill>
                  <a:srgbClr val="FFFFFF"/>
                </a:solidFill>
                <a:latin typeface="Space Grotesk Bold" pitchFamily="34" charset="0"/>
                <a:ea typeface="Space Grotesk Bold" pitchFamily="34" charset="-122"/>
                <a:cs typeface="Space Grotesk Bold" pitchFamily="34" charset="-120"/>
              </a:rPr>
              <a:t>System Flow Chart</a:t>
            </a:r>
            <a:endParaRPr lang="en-US" sz="2250" dirty="0"/>
          </a:p>
        </p:txBody>
      </p:sp>
      <p:sp>
        <p:nvSpPr>
          <p:cNvPr id="7" name="Text 3"/>
          <p:cNvSpPr/>
          <p:nvPr/>
        </p:nvSpPr>
        <p:spPr>
          <a:xfrm>
            <a:off x="6667500" y="323850"/>
            <a:ext cx="2019300" cy="209550"/>
          </a:xfrm>
          <a:prstGeom prst="rect">
            <a:avLst/>
          </a:prstGeom>
          <a:noFill/>
          <a:ln/>
        </p:spPr>
        <p:txBody>
          <a:bodyPr wrap="square" lIns="0" tIns="0" rIns="0" bIns="0" rtlCol="0" anchor="ctr"/>
          <a:lstStyle/>
          <a:p>
            <a:pPr marL="0" indent="0" algn="r">
              <a:buNone/>
            </a:pPr>
            <a:r>
              <a:rPr lang="en-US" sz="975" dirty="0">
                <a:solidFill>
                  <a:srgbClr val="7FB6F5"/>
                </a:solidFill>
                <a:latin typeface="Source Sans 3 SemiBold" pitchFamily="34" charset="0"/>
                <a:ea typeface="Source Sans 3 SemiBold" pitchFamily="34" charset="-122"/>
                <a:cs typeface="Source Sans 3 SemiBold" pitchFamily="34" charset="-120"/>
              </a:rPr>
              <a:t>SLIDE 04</a:t>
            </a:r>
            <a:endParaRPr lang="en-US" sz="975" dirty="0"/>
          </a:p>
        </p:txBody>
      </p:sp>
      <p:sp>
        <p:nvSpPr>
          <p:cNvPr id="8" name="Text 4"/>
          <p:cNvSpPr/>
          <p:nvPr/>
        </p:nvSpPr>
        <p:spPr>
          <a:xfrm>
            <a:off x="304800" y="981075"/>
            <a:ext cx="762000" cy="361950"/>
          </a:xfrm>
          <a:prstGeom prst="ellipse">
            <a:avLst/>
          </a:prstGeom>
          <a:solidFill>
            <a:srgbClr val="0B2545"/>
          </a:solidFill>
          <a:ln/>
        </p:spPr>
        <p:txBody>
          <a:bodyPr wrap="square" lIns="0" tIns="0" rIns="0" bIns="0" rtlCol="0" anchor="ctr"/>
          <a:lstStyle/>
          <a:p>
            <a:pPr marL="0" indent="0" algn="ctr">
              <a:buNone/>
            </a:pPr>
            <a:r>
              <a:rPr lang="en-US" sz="678" dirty="0">
                <a:solidFill>
                  <a:srgbClr val="FFFFFF"/>
                </a:solidFill>
                <a:latin typeface="Space Grotesk Bold" pitchFamily="34" charset="0"/>
                <a:ea typeface="Space Grotesk Bold" pitchFamily="34" charset="-122"/>
                <a:cs typeface="Space Grotesk Bold" pitchFamily="34" charset="-120"/>
              </a:rPr>
              <a:t>START</a:t>
            </a:r>
            <a:endParaRPr lang="en-US" sz="678" dirty="0"/>
          </a:p>
        </p:txBody>
      </p:sp>
      <p:sp>
        <p:nvSpPr>
          <p:cNvPr id="9" name="Shape 5"/>
          <p:cNvSpPr/>
          <p:nvPr/>
        </p:nvSpPr>
        <p:spPr>
          <a:xfrm>
            <a:off x="1085850" y="1162050"/>
            <a:ext cx="247650" cy="0"/>
          </a:xfrm>
          <a:prstGeom prst="line">
            <a:avLst/>
          </a:prstGeom>
          <a:noFill/>
          <a:ln w="15240">
            <a:solidFill>
              <a:srgbClr val="5A6B85"/>
            </a:solidFill>
            <a:prstDash val="solid"/>
            <a:headEnd type="none"/>
            <a:tailEnd type="triangle"/>
          </a:ln>
        </p:spPr>
      </p:sp>
      <p:sp>
        <p:nvSpPr>
          <p:cNvPr id="10" name="Text 6"/>
          <p:cNvSpPr/>
          <p:nvPr/>
        </p:nvSpPr>
        <p:spPr>
          <a:xfrm>
            <a:off x="1352550" y="981075"/>
            <a:ext cx="1333500" cy="361950"/>
          </a:xfrm>
          <a:prstGeom prst="roundRect">
            <a:avLst>
              <a:gd name="adj" fmla="val 21053"/>
            </a:avLst>
          </a:prstGeom>
          <a:solidFill>
            <a:srgbClr val="FFFFFF"/>
          </a:solidFill>
          <a:ln w="13335">
            <a:solidFill>
              <a:srgbClr val="B7CDE8"/>
            </a:solidFill>
            <a:prstDash val="solid"/>
          </a:ln>
        </p:spPr>
        <p:txBody>
          <a:bodyPr wrap="square" lIns="0" tIns="0" rIns="0" bIns="0" rtlCol="0" anchor="ctr"/>
          <a:lstStyle/>
          <a:p>
            <a:pPr marL="0" indent="0" algn="ctr">
              <a:buNone/>
            </a:pPr>
            <a:r>
              <a:rPr lang="en-US" sz="938" dirty="0">
                <a:solidFill>
                  <a:srgbClr val="0B2545"/>
                </a:solidFill>
                <a:latin typeface="Source Sans 3 Bold" pitchFamily="34" charset="0"/>
                <a:ea typeface="Source Sans 3 Bold" pitchFamily="34" charset="-122"/>
                <a:cs typeface="Source Sans 3 Bold" pitchFamily="34" charset="-120"/>
              </a:rPr>
              <a:t>Open Smart Portal</a:t>
            </a:r>
            <a:endParaRPr lang="en-US" sz="938" dirty="0"/>
          </a:p>
        </p:txBody>
      </p:sp>
      <p:sp>
        <p:nvSpPr>
          <p:cNvPr id="11" name="Shape 7"/>
          <p:cNvSpPr/>
          <p:nvPr/>
        </p:nvSpPr>
        <p:spPr>
          <a:xfrm>
            <a:off x="2705100" y="1162050"/>
            <a:ext cx="247650" cy="0"/>
          </a:xfrm>
          <a:prstGeom prst="line">
            <a:avLst/>
          </a:prstGeom>
          <a:noFill/>
          <a:ln w="15240">
            <a:solidFill>
              <a:srgbClr val="5A6B85"/>
            </a:solidFill>
            <a:prstDash val="solid"/>
            <a:headEnd type="none"/>
            <a:tailEnd type="triangle"/>
          </a:ln>
        </p:spPr>
      </p:sp>
      <p:sp>
        <p:nvSpPr>
          <p:cNvPr id="12" name="Shape 8"/>
          <p:cNvSpPr/>
          <p:nvPr/>
        </p:nvSpPr>
        <p:spPr>
          <a:xfrm>
            <a:off x="2971800" y="876300"/>
            <a:ext cx="1562100" cy="571500"/>
          </a:xfrm>
          <a:custGeom>
            <a:avLst/>
            <a:gdLst/>
            <a:ahLst/>
            <a:cxnLst/>
            <a:rect l="l" t="t" r="r" b="b"/>
            <a:pathLst>
              <a:path w="1562100" h="571500">
                <a:moveTo>
                  <a:pt x="781050" y="0"/>
                </a:moveTo>
                <a:lnTo>
                  <a:pt x="1562100" y="285750"/>
                </a:lnTo>
                <a:lnTo>
                  <a:pt x="781050" y="571500"/>
                </a:lnTo>
                <a:lnTo>
                  <a:pt x="0" y="285750"/>
                </a:lnTo>
                <a:lnTo>
                  <a:pt x="781050" y="0"/>
                </a:lnTo>
                <a:close/>
              </a:path>
            </a:pathLst>
          </a:custGeom>
          <a:solidFill>
            <a:srgbClr val="E8F1FE"/>
          </a:solidFill>
          <a:ln w="13335">
            <a:solidFill>
              <a:srgbClr val="1F6FEB"/>
            </a:solidFill>
            <a:prstDash val="solid"/>
          </a:ln>
        </p:spPr>
        <p:txBody>
          <a:bodyPr/>
          <a:lstStyle/>
          <a:p>
            <a:endParaRPr lang="en-IN" sz="900" dirty="0"/>
          </a:p>
        </p:txBody>
      </p:sp>
      <p:sp>
        <p:nvSpPr>
          <p:cNvPr id="13" name="Shape 9"/>
          <p:cNvSpPr/>
          <p:nvPr/>
        </p:nvSpPr>
        <p:spPr>
          <a:xfrm>
            <a:off x="4552950" y="1162050"/>
            <a:ext cx="304800" cy="0"/>
          </a:xfrm>
          <a:prstGeom prst="line">
            <a:avLst/>
          </a:prstGeom>
          <a:noFill/>
          <a:ln w="15240">
            <a:solidFill>
              <a:srgbClr val="5A6B85"/>
            </a:solidFill>
            <a:prstDash val="solid"/>
            <a:headEnd type="none"/>
            <a:tailEnd type="triangle"/>
          </a:ln>
        </p:spPr>
      </p:sp>
      <p:sp>
        <p:nvSpPr>
          <p:cNvPr id="14" name="Shape 10"/>
          <p:cNvSpPr/>
          <p:nvPr/>
        </p:nvSpPr>
        <p:spPr>
          <a:xfrm>
            <a:off x="4876800" y="952500"/>
            <a:ext cx="2190750" cy="419100"/>
          </a:xfrm>
          <a:prstGeom prst="roundRect">
            <a:avLst>
              <a:gd name="adj" fmla="val 20455"/>
            </a:avLst>
          </a:prstGeom>
          <a:solidFill>
            <a:srgbClr val="FFFFFF"/>
          </a:solidFill>
          <a:ln w="9525">
            <a:solidFill>
              <a:srgbClr val="D3DEEE"/>
            </a:solidFill>
            <a:prstDash val="solid"/>
          </a:ln>
        </p:spPr>
      </p:sp>
      <p:sp>
        <p:nvSpPr>
          <p:cNvPr id="15" name="Text 11"/>
          <p:cNvSpPr/>
          <p:nvPr/>
        </p:nvSpPr>
        <p:spPr>
          <a:xfrm>
            <a:off x="4876800" y="1076325"/>
            <a:ext cx="2190750" cy="190500"/>
          </a:xfrm>
          <a:prstGeom prst="rect">
            <a:avLst/>
          </a:prstGeom>
          <a:noFill/>
          <a:ln/>
        </p:spPr>
        <p:txBody>
          <a:bodyPr wrap="square" lIns="0" tIns="0" rIns="0" bIns="0" rtlCol="0" anchor="ctr"/>
          <a:lstStyle/>
          <a:p>
            <a:pPr marL="0" indent="0" algn="ctr">
              <a:buNone/>
            </a:pPr>
            <a:r>
              <a:rPr lang="en-US" sz="938" dirty="0">
                <a:solidFill>
                  <a:srgbClr val="1F6FEB"/>
                </a:solidFill>
                <a:latin typeface="Source Sans 3 Bold" pitchFamily="34" charset="0"/>
                <a:ea typeface="Source Sans 3 Bold" pitchFamily="34" charset="-122"/>
                <a:cs typeface="Source Sans 3 Bold" pitchFamily="34" charset="-120"/>
              </a:rPr>
              <a:t>Admin  /  Student  /  Teacher</a:t>
            </a:r>
            <a:endParaRPr lang="en-US" sz="938" dirty="0"/>
          </a:p>
        </p:txBody>
      </p:sp>
      <p:sp>
        <p:nvSpPr>
          <p:cNvPr id="16" name="Shape 12"/>
          <p:cNvSpPr/>
          <p:nvPr/>
        </p:nvSpPr>
        <p:spPr>
          <a:xfrm>
            <a:off x="7181850" y="952500"/>
            <a:ext cx="1638300" cy="419100"/>
          </a:xfrm>
          <a:prstGeom prst="roundRect">
            <a:avLst>
              <a:gd name="adj" fmla="val 20455"/>
            </a:avLst>
          </a:prstGeom>
          <a:solidFill>
            <a:srgbClr val="0B2545"/>
          </a:solidFill>
          <a:ln/>
        </p:spPr>
      </p:sp>
      <p:pic>
        <p:nvPicPr>
          <p:cNvPr id="17" name="Image 1" descr="preencoded.png"/>
          <p:cNvPicPr>
            <a:picLocks noChangeAspect="1"/>
          </p:cNvPicPr>
          <p:nvPr/>
        </p:nvPicPr>
        <p:blipFill>
          <a:blip r:embed="rId4"/>
          <a:stretch>
            <a:fillRect/>
          </a:stretch>
        </p:blipFill>
        <p:spPr>
          <a:xfrm>
            <a:off x="7277100" y="1057275"/>
            <a:ext cx="200025" cy="200025"/>
          </a:xfrm>
          <a:prstGeom prst="rect">
            <a:avLst/>
          </a:prstGeom>
        </p:spPr>
      </p:pic>
      <p:sp>
        <p:nvSpPr>
          <p:cNvPr id="18" name="Text 13"/>
          <p:cNvSpPr/>
          <p:nvPr/>
        </p:nvSpPr>
        <p:spPr>
          <a:xfrm>
            <a:off x="7524750" y="1076325"/>
            <a:ext cx="1219200" cy="190500"/>
          </a:xfrm>
          <a:prstGeom prst="rect">
            <a:avLst/>
          </a:prstGeom>
          <a:noFill/>
          <a:ln/>
        </p:spPr>
        <p:txBody>
          <a:bodyPr wrap="square" lIns="0" tIns="0" rIns="0" bIns="0" rtlCol="0" anchor="ctr"/>
          <a:lstStyle/>
          <a:p>
            <a:pPr marL="0" indent="0" algn="l">
              <a:buNone/>
            </a:pPr>
            <a:r>
              <a:rPr lang="en-US" sz="938" dirty="0">
                <a:solidFill>
                  <a:srgbClr val="FFFFFF"/>
                </a:solidFill>
                <a:latin typeface="Source Sans 3 Bold" pitchFamily="34" charset="0"/>
                <a:ea typeface="Source Sans 3 Bold" pitchFamily="34" charset="-122"/>
                <a:cs typeface="Source Sans 3 Bold" pitchFamily="34" charset="-120"/>
              </a:rPr>
              <a:t>Central Database</a:t>
            </a:r>
            <a:endParaRPr lang="en-US" sz="938" dirty="0"/>
          </a:p>
        </p:txBody>
      </p:sp>
      <p:sp>
        <p:nvSpPr>
          <p:cNvPr id="19" name="Shape 14"/>
          <p:cNvSpPr/>
          <p:nvPr/>
        </p:nvSpPr>
        <p:spPr>
          <a:xfrm>
            <a:off x="5972175" y="1390650"/>
            <a:ext cx="0" cy="171450"/>
          </a:xfrm>
          <a:prstGeom prst="line">
            <a:avLst/>
          </a:prstGeom>
          <a:noFill/>
          <a:ln w="15240">
            <a:solidFill>
              <a:srgbClr val="5A6B85"/>
            </a:solidFill>
            <a:prstDash val="solid"/>
            <a:headEnd type="none"/>
            <a:tailEnd type="none"/>
          </a:ln>
        </p:spPr>
      </p:sp>
      <p:sp>
        <p:nvSpPr>
          <p:cNvPr id="20" name="Shape 15"/>
          <p:cNvSpPr/>
          <p:nvPr/>
        </p:nvSpPr>
        <p:spPr>
          <a:xfrm>
            <a:off x="1524000" y="1562100"/>
            <a:ext cx="6477000" cy="0"/>
          </a:xfrm>
          <a:prstGeom prst="line">
            <a:avLst/>
          </a:prstGeom>
          <a:noFill/>
          <a:ln w="15240">
            <a:solidFill>
              <a:srgbClr val="5A6B85"/>
            </a:solidFill>
            <a:prstDash val="solid"/>
            <a:headEnd type="none"/>
            <a:tailEnd type="none"/>
          </a:ln>
        </p:spPr>
      </p:sp>
      <p:sp>
        <p:nvSpPr>
          <p:cNvPr id="21" name="Shape 16"/>
          <p:cNvSpPr/>
          <p:nvPr/>
        </p:nvSpPr>
        <p:spPr>
          <a:xfrm>
            <a:off x="1524000" y="1562100"/>
            <a:ext cx="0" cy="171450"/>
          </a:xfrm>
          <a:prstGeom prst="line">
            <a:avLst/>
          </a:prstGeom>
          <a:noFill/>
          <a:ln w="15240">
            <a:solidFill>
              <a:srgbClr val="5A6B85"/>
            </a:solidFill>
            <a:prstDash val="solid"/>
            <a:headEnd type="none"/>
            <a:tailEnd type="triangle"/>
          </a:ln>
        </p:spPr>
      </p:sp>
      <p:sp>
        <p:nvSpPr>
          <p:cNvPr id="22" name="Shape 17"/>
          <p:cNvSpPr/>
          <p:nvPr/>
        </p:nvSpPr>
        <p:spPr>
          <a:xfrm>
            <a:off x="4572000" y="1562100"/>
            <a:ext cx="0" cy="171450"/>
          </a:xfrm>
          <a:prstGeom prst="line">
            <a:avLst/>
          </a:prstGeom>
          <a:noFill/>
          <a:ln w="15240">
            <a:solidFill>
              <a:srgbClr val="5A6B85"/>
            </a:solidFill>
            <a:prstDash val="solid"/>
            <a:headEnd type="none"/>
            <a:tailEnd type="triangle"/>
          </a:ln>
        </p:spPr>
      </p:sp>
      <p:sp>
        <p:nvSpPr>
          <p:cNvPr id="23" name="Shape 18"/>
          <p:cNvSpPr/>
          <p:nvPr/>
        </p:nvSpPr>
        <p:spPr>
          <a:xfrm>
            <a:off x="7620000" y="1562100"/>
            <a:ext cx="0" cy="171450"/>
          </a:xfrm>
          <a:prstGeom prst="line">
            <a:avLst/>
          </a:prstGeom>
          <a:noFill/>
          <a:ln w="15240">
            <a:solidFill>
              <a:srgbClr val="5A6B85"/>
            </a:solidFill>
            <a:prstDash val="solid"/>
            <a:headEnd type="none"/>
            <a:tailEnd type="triangle"/>
          </a:ln>
        </p:spPr>
      </p:sp>
      <p:sp>
        <p:nvSpPr>
          <p:cNvPr id="24" name="Shape 19"/>
          <p:cNvSpPr/>
          <p:nvPr/>
        </p:nvSpPr>
        <p:spPr>
          <a:xfrm>
            <a:off x="323850" y="1733550"/>
            <a:ext cx="2400300" cy="2971800"/>
          </a:xfrm>
          <a:prstGeom prst="roundRect">
            <a:avLst>
              <a:gd name="adj" fmla="val 5556"/>
            </a:avLst>
          </a:prstGeom>
          <a:solidFill>
            <a:srgbClr val="FFFFFF"/>
          </a:solidFill>
          <a:ln w="9525">
            <a:solidFill>
              <a:srgbClr val="D3DEEE"/>
            </a:solidFill>
            <a:prstDash val="solid"/>
          </a:ln>
        </p:spPr>
      </p:sp>
      <p:sp>
        <p:nvSpPr>
          <p:cNvPr id="25" name="Shape 20"/>
          <p:cNvSpPr/>
          <p:nvPr/>
        </p:nvSpPr>
        <p:spPr>
          <a:xfrm>
            <a:off x="323850" y="1733550"/>
            <a:ext cx="2400300" cy="323850"/>
          </a:xfrm>
          <a:prstGeom prst="roundRect">
            <a:avLst>
              <a:gd name="adj" fmla="val 41176"/>
            </a:avLst>
          </a:prstGeom>
          <a:solidFill>
            <a:srgbClr val="1F6FEB"/>
          </a:solidFill>
          <a:ln/>
        </p:spPr>
      </p:sp>
      <p:sp>
        <p:nvSpPr>
          <p:cNvPr id="26" name="Shape 21"/>
          <p:cNvSpPr/>
          <p:nvPr/>
        </p:nvSpPr>
        <p:spPr>
          <a:xfrm>
            <a:off x="323850" y="1924050"/>
            <a:ext cx="2400300" cy="133350"/>
          </a:xfrm>
          <a:prstGeom prst="rect">
            <a:avLst/>
          </a:prstGeom>
          <a:solidFill>
            <a:srgbClr val="1F6FEB"/>
          </a:solidFill>
          <a:ln/>
        </p:spPr>
      </p:sp>
      <p:sp>
        <p:nvSpPr>
          <p:cNvPr id="27" name="Text 22"/>
          <p:cNvSpPr/>
          <p:nvPr/>
        </p:nvSpPr>
        <p:spPr>
          <a:xfrm>
            <a:off x="323850" y="1800225"/>
            <a:ext cx="2400300" cy="190500"/>
          </a:xfrm>
          <a:prstGeom prst="rect">
            <a:avLst/>
          </a:prstGeom>
          <a:noFill/>
          <a:ln/>
        </p:spPr>
        <p:txBody>
          <a:bodyPr wrap="square" lIns="0" tIns="0" rIns="0" bIns="0" rtlCol="0" anchor="ctr"/>
          <a:lstStyle/>
          <a:p>
            <a:pPr marL="0" indent="0" algn="ctr">
              <a:buNone/>
            </a:pPr>
            <a:r>
              <a:rPr lang="en-US" sz="975" dirty="0">
                <a:solidFill>
                  <a:srgbClr val="FFFFFF"/>
                </a:solidFill>
                <a:latin typeface="Space Grotesk Bold" pitchFamily="34" charset="0"/>
                <a:ea typeface="Space Grotesk Bold" pitchFamily="34" charset="-122"/>
                <a:cs typeface="Space Grotesk Bold" pitchFamily="34" charset="-120"/>
              </a:rPr>
              <a:t>ADMIN</a:t>
            </a:r>
            <a:endParaRPr lang="en-US" sz="975" dirty="0"/>
          </a:p>
        </p:txBody>
      </p:sp>
      <p:sp>
        <p:nvSpPr>
          <p:cNvPr id="28" name="Text 23"/>
          <p:cNvSpPr/>
          <p:nvPr/>
        </p:nvSpPr>
        <p:spPr>
          <a:xfrm>
            <a:off x="571500" y="2190750"/>
            <a:ext cx="1905000" cy="323850"/>
          </a:xfrm>
          <a:prstGeom prst="roundRect">
            <a:avLst>
              <a:gd name="adj" fmla="val 23529"/>
            </a:avLst>
          </a:prstGeom>
          <a:solidFill>
            <a:srgbClr val="E8F1FE"/>
          </a:solidFill>
          <a:ln w="9525">
            <a:solidFill>
              <a:srgbClr val="BBD5F7"/>
            </a:solidFill>
            <a:prstDash val="solid"/>
          </a:ln>
        </p:spPr>
        <p:txBody>
          <a:bodyPr wrap="square" lIns="0" tIns="0" rIns="0" bIns="0" rtlCol="0" anchor="ctr"/>
          <a:lstStyle/>
          <a:p>
            <a:pPr marL="0" indent="0" algn="ctr">
              <a:buNone/>
            </a:pPr>
            <a:r>
              <a:rPr lang="en-US" sz="900" dirty="0">
                <a:solidFill>
                  <a:srgbClr val="0B2545"/>
                </a:solidFill>
                <a:latin typeface="Source Sans 3 Bold" pitchFamily="34" charset="0"/>
                <a:ea typeface="Source Sans 3 Bold" pitchFamily="34" charset="-122"/>
                <a:cs typeface="Source Sans 3 Bold" pitchFamily="34" charset="-120"/>
              </a:rPr>
              <a:t>Admin Login</a:t>
            </a:r>
            <a:endParaRPr lang="en-US" sz="900" dirty="0"/>
          </a:p>
        </p:txBody>
      </p:sp>
      <p:sp>
        <p:nvSpPr>
          <p:cNvPr id="29" name="Text 24"/>
          <p:cNvSpPr/>
          <p:nvPr/>
        </p:nvSpPr>
        <p:spPr>
          <a:xfrm>
            <a:off x="571500" y="2667000"/>
            <a:ext cx="1905000" cy="323850"/>
          </a:xfrm>
          <a:prstGeom prst="roundRect">
            <a:avLst>
              <a:gd name="adj" fmla="val 23529"/>
            </a:avLst>
          </a:prstGeom>
          <a:solidFill>
            <a:srgbClr val="FFFFFF"/>
          </a:solidFill>
          <a:ln w="11430">
            <a:solidFill>
              <a:srgbClr val="B7CDE8"/>
            </a:solidFill>
            <a:prstDash val="solid"/>
          </a:ln>
        </p:spPr>
        <p:txBody>
          <a:bodyPr wrap="square" lIns="0" tIns="0" rIns="0" bIns="0" rtlCol="0" anchor="ctr"/>
          <a:lstStyle/>
          <a:p>
            <a:pPr marL="0" indent="0" algn="ctr">
              <a:buNone/>
            </a:pPr>
            <a:r>
              <a:rPr lang="en-US" sz="900" dirty="0">
                <a:solidFill>
                  <a:srgbClr val="0B2545"/>
                </a:solidFill>
                <a:latin typeface="Source Sans 3 Bold" pitchFamily="34" charset="0"/>
                <a:ea typeface="Source Sans 3 Bold" pitchFamily="34" charset="-122"/>
                <a:cs typeface="Source Sans 3 Bold" pitchFamily="34" charset="-120"/>
              </a:rPr>
              <a:t>Dashboard</a:t>
            </a:r>
            <a:endParaRPr lang="en-US" sz="900" dirty="0"/>
          </a:p>
        </p:txBody>
      </p:sp>
      <p:sp>
        <p:nvSpPr>
          <p:cNvPr id="30" name="Shape 25"/>
          <p:cNvSpPr/>
          <p:nvPr/>
        </p:nvSpPr>
        <p:spPr>
          <a:xfrm>
            <a:off x="571500" y="3143250"/>
            <a:ext cx="1905000" cy="781050"/>
          </a:xfrm>
          <a:prstGeom prst="roundRect">
            <a:avLst>
              <a:gd name="adj" fmla="val 9756"/>
            </a:avLst>
          </a:prstGeom>
          <a:solidFill>
            <a:srgbClr val="FFFFFF"/>
          </a:solidFill>
          <a:ln w="11430">
            <a:solidFill>
              <a:srgbClr val="B7CDE8"/>
            </a:solidFill>
            <a:prstDash val="solid"/>
          </a:ln>
        </p:spPr>
      </p:sp>
      <p:sp>
        <p:nvSpPr>
          <p:cNvPr id="31" name="Text 26"/>
          <p:cNvSpPr/>
          <p:nvPr/>
        </p:nvSpPr>
        <p:spPr>
          <a:xfrm>
            <a:off x="666750" y="3238500"/>
            <a:ext cx="1714500" cy="609600"/>
          </a:xfrm>
          <a:prstGeom prst="rect">
            <a:avLst/>
          </a:prstGeom>
          <a:noFill/>
          <a:ln/>
        </p:spPr>
        <p:txBody>
          <a:bodyPr wrap="square" lIns="0" tIns="0" rIns="0" bIns="0" rtlCol="0" anchor="ctr"/>
          <a:lstStyle/>
          <a:p>
            <a:pPr marL="0" indent="0" algn="ctr">
              <a:buNone/>
            </a:pPr>
            <a:r>
              <a:rPr lang="en-US" sz="863" dirty="0">
                <a:solidFill>
                  <a:srgbClr val="0B2545"/>
                </a:solidFill>
                <a:latin typeface="Source Sans 3 SemiBold" pitchFamily="34" charset="0"/>
                <a:ea typeface="Source Sans 3 SemiBold" pitchFamily="34" charset="-122"/>
                <a:cs typeface="Source Sans 3 SemiBold" pitchFamily="34" charset="-120"/>
              </a:rPr>
              <a:t>Manage Students / Teachers / Courses / Batches / Assignments / Fees / Attendance</a:t>
            </a:r>
            <a:endParaRPr lang="en-US" sz="863" dirty="0"/>
          </a:p>
        </p:txBody>
      </p:sp>
      <p:sp>
        <p:nvSpPr>
          <p:cNvPr id="32" name="Text 27"/>
          <p:cNvSpPr/>
          <p:nvPr/>
        </p:nvSpPr>
        <p:spPr>
          <a:xfrm>
            <a:off x="571500" y="4076700"/>
            <a:ext cx="1905000" cy="323850"/>
          </a:xfrm>
          <a:prstGeom prst="roundRect">
            <a:avLst>
              <a:gd name="adj" fmla="val 23529"/>
            </a:avLst>
          </a:prstGeom>
          <a:solidFill>
            <a:srgbClr val="0B2545"/>
          </a:solidFill>
          <a:ln/>
        </p:spPr>
        <p:txBody>
          <a:bodyPr wrap="square" lIns="0" tIns="0" rIns="0" bIns="0" rtlCol="0" anchor="ctr"/>
          <a:lstStyle/>
          <a:p>
            <a:pPr marL="0" indent="0" algn="ctr">
              <a:buNone/>
            </a:pPr>
            <a:r>
              <a:rPr lang="en-US" sz="900" dirty="0">
                <a:solidFill>
                  <a:srgbClr val="FFFFFF"/>
                </a:solidFill>
                <a:latin typeface="Source Sans 3 Bold" pitchFamily="34" charset="0"/>
                <a:ea typeface="Source Sans 3 Bold" pitchFamily="34" charset="-122"/>
                <a:cs typeface="Source Sans 3 Bold" pitchFamily="34" charset="-120"/>
              </a:rPr>
              <a:t>Database</a:t>
            </a:r>
            <a:endParaRPr lang="en-US" sz="900" dirty="0"/>
          </a:p>
        </p:txBody>
      </p:sp>
      <p:sp>
        <p:nvSpPr>
          <p:cNvPr id="33" name="Shape 28"/>
          <p:cNvSpPr/>
          <p:nvPr/>
        </p:nvSpPr>
        <p:spPr>
          <a:xfrm>
            <a:off x="1524000" y="2514600"/>
            <a:ext cx="0" cy="133350"/>
          </a:xfrm>
          <a:prstGeom prst="line">
            <a:avLst/>
          </a:prstGeom>
          <a:noFill/>
          <a:ln w="14288">
            <a:solidFill>
              <a:srgbClr val="5A6B85"/>
            </a:solidFill>
            <a:prstDash val="solid"/>
            <a:headEnd type="none"/>
            <a:tailEnd type="triangle"/>
          </a:ln>
        </p:spPr>
      </p:sp>
      <p:sp>
        <p:nvSpPr>
          <p:cNvPr id="34" name="Shape 29"/>
          <p:cNvSpPr/>
          <p:nvPr/>
        </p:nvSpPr>
        <p:spPr>
          <a:xfrm>
            <a:off x="1524000" y="2990850"/>
            <a:ext cx="0" cy="133350"/>
          </a:xfrm>
          <a:prstGeom prst="line">
            <a:avLst/>
          </a:prstGeom>
          <a:noFill/>
          <a:ln w="14288">
            <a:solidFill>
              <a:srgbClr val="5A6B85"/>
            </a:solidFill>
            <a:prstDash val="solid"/>
            <a:headEnd type="none"/>
            <a:tailEnd type="triangle"/>
          </a:ln>
        </p:spPr>
      </p:sp>
      <p:sp>
        <p:nvSpPr>
          <p:cNvPr id="35" name="Shape 30"/>
          <p:cNvSpPr/>
          <p:nvPr/>
        </p:nvSpPr>
        <p:spPr>
          <a:xfrm>
            <a:off x="1524000" y="3924300"/>
            <a:ext cx="0" cy="133350"/>
          </a:xfrm>
          <a:prstGeom prst="line">
            <a:avLst/>
          </a:prstGeom>
          <a:noFill/>
          <a:ln w="14288">
            <a:solidFill>
              <a:srgbClr val="5A6B85"/>
            </a:solidFill>
            <a:prstDash val="solid"/>
            <a:headEnd type="none"/>
            <a:tailEnd type="triangle"/>
          </a:ln>
        </p:spPr>
      </p:sp>
      <p:sp>
        <p:nvSpPr>
          <p:cNvPr id="36" name="Shape 31"/>
          <p:cNvSpPr/>
          <p:nvPr/>
        </p:nvSpPr>
        <p:spPr>
          <a:xfrm>
            <a:off x="2857500" y="1733550"/>
            <a:ext cx="3429000" cy="2971800"/>
          </a:xfrm>
          <a:prstGeom prst="roundRect">
            <a:avLst>
              <a:gd name="adj" fmla="val 4487"/>
            </a:avLst>
          </a:prstGeom>
          <a:solidFill>
            <a:srgbClr val="FFFFFF"/>
          </a:solidFill>
          <a:ln w="9525">
            <a:solidFill>
              <a:srgbClr val="D3DEEE"/>
            </a:solidFill>
            <a:prstDash val="solid"/>
          </a:ln>
        </p:spPr>
      </p:sp>
      <p:sp>
        <p:nvSpPr>
          <p:cNvPr id="37" name="Shape 32"/>
          <p:cNvSpPr/>
          <p:nvPr/>
        </p:nvSpPr>
        <p:spPr>
          <a:xfrm>
            <a:off x="2857500" y="1733550"/>
            <a:ext cx="3429000" cy="323850"/>
          </a:xfrm>
          <a:prstGeom prst="roundRect">
            <a:avLst>
              <a:gd name="adj" fmla="val 41176"/>
            </a:avLst>
          </a:prstGeom>
          <a:solidFill>
            <a:srgbClr val="F2A63B"/>
          </a:solidFill>
          <a:ln/>
        </p:spPr>
      </p:sp>
      <p:sp>
        <p:nvSpPr>
          <p:cNvPr id="38" name="Shape 33"/>
          <p:cNvSpPr/>
          <p:nvPr/>
        </p:nvSpPr>
        <p:spPr>
          <a:xfrm>
            <a:off x="2857500" y="1924050"/>
            <a:ext cx="3429000" cy="133350"/>
          </a:xfrm>
          <a:prstGeom prst="rect">
            <a:avLst/>
          </a:prstGeom>
          <a:solidFill>
            <a:srgbClr val="F2A63B"/>
          </a:solidFill>
          <a:ln/>
        </p:spPr>
      </p:sp>
      <p:sp>
        <p:nvSpPr>
          <p:cNvPr id="39" name="Text 34"/>
          <p:cNvSpPr/>
          <p:nvPr/>
        </p:nvSpPr>
        <p:spPr>
          <a:xfrm>
            <a:off x="2857500" y="1800225"/>
            <a:ext cx="3429000" cy="190500"/>
          </a:xfrm>
          <a:prstGeom prst="rect">
            <a:avLst/>
          </a:prstGeom>
          <a:noFill/>
          <a:ln/>
        </p:spPr>
        <p:txBody>
          <a:bodyPr wrap="square" lIns="0" tIns="0" rIns="0" bIns="0" rtlCol="0" anchor="ctr"/>
          <a:lstStyle/>
          <a:p>
            <a:pPr marL="0" indent="0" algn="ctr">
              <a:buNone/>
            </a:pPr>
            <a:r>
              <a:rPr lang="en-US" sz="975" dirty="0">
                <a:solidFill>
                  <a:srgbClr val="0B2545"/>
                </a:solidFill>
                <a:latin typeface="Space Grotesk Bold" pitchFamily="34" charset="0"/>
                <a:ea typeface="Space Grotesk Bold" pitchFamily="34" charset="-122"/>
                <a:cs typeface="Space Grotesk Bold" pitchFamily="34" charset="-120"/>
              </a:rPr>
              <a:t>STUDENT</a:t>
            </a:r>
            <a:endParaRPr lang="en-US" sz="975" dirty="0"/>
          </a:p>
        </p:txBody>
      </p:sp>
      <p:sp>
        <p:nvSpPr>
          <p:cNvPr id="40" name="Text 35"/>
          <p:cNvSpPr/>
          <p:nvPr/>
        </p:nvSpPr>
        <p:spPr>
          <a:xfrm>
            <a:off x="3905250" y="2190750"/>
            <a:ext cx="1333500" cy="304800"/>
          </a:xfrm>
          <a:prstGeom prst="roundRect">
            <a:avLst>
              <a:gd name="adj" fmla="val 25000"/>
            </a:avLst>
          </a:prstGeom>
          <a:solidFill>
            <a:srgbClr val="FDF0DC"/>
          </a:solidFill>
          <a:ln w="9525">
            <a:solidFill>
              <a:srgbClr val="F0C685"/>
            </a:solidFill>
            <a:prstDash val="solid"/>
          </a:ln>
        </p:spPr>
        <p:txBody>
          <a:bodyPr wrap="square" lIns="0" tIns="0" rIns="0" bIns="0" rtlCol="0" anchor="ctr"/>
          <a:lstStyle/>
          <a:p>
            <a:pPr marL="0" indent="0" algn="ctr">
              <a:buNone/>
            </a:pPr>
            <a:r>
              <a:rPr lang="en-US" sz="900" dirty="0">
                <a:solidFill>
                  <a:srgbClr val="0B2545"/>
                </a:solidFill>
                <a:latin typeface="Source Sans 3 Bold" pitchFamily="34" charset="0"/>
                <a:ea typeface="Source Sans 3 Bold" pitchFamily="34" charset="-122"/>
                <a:cs typeface="Source Sans 3 Bold" pitchFamily="34" charset="-120"/>
              </a:rPr>
              <a:t>Student Login</a:t>
            </a:r>
            <a:endParaRPr lang="en-US" sz="900" dirty="0"/>
          </a:p>
        </p:txBody>
      </p:sp>
      <p:sp>
        <p:nvSpPr>
          <p:cNvPr id="41" name="Shape 36"/>
          <p:cNvSpPr/>
          <p:nvPr/>
        </p:nvSpPr>
        <p:spPr>
          <a:xfrm>
            <a:off x="4572000" y="2495550"/>
            <a:ext cx="0" cy="114300"/>
          </a:xfrm>
          <a:prstGeom prst="line">
            <a:avLst/>
          </a:prstGeom>
          <a:noFill/>
          <a:ln w="14288">
            <a:solidFill>
              <a:srgbClr val="5A6B85"/>
            </a:solidFill>
            <a:prstDash val="solid"/>
            <a:headEnd type="none"/>
            <a:tailEnd type="none"/>
          </a:ln>
        </p:spPr>
      </p:sp>
      <p:sp>
        <p:nvSpPr>
          <p:cNvPr id="42" name="Shape 37"/>
          <p:cNvSpPr/>
          <p:nvPr/>
        </p:nvSpPr>
        <p:spPr>
          <a:xfrm>
            <a:off x="3486150" y="2609850"/>
            <a:ext cx="2171700" cy="0"/>
          </a:xfrm>
          <a:prstGeom prst="line">
            <a:avLst/>
          </a:prstGeom>
          <a:noFill/>
          <a:ln w="14288">
            <a:solidFill>
              <a:srgbClr val="5A6B85"/>
            </a:solidFill>
            <a:prstDash val="solid"/>
            <a:headEnd type="none"/>
            <a:tailEnd type="none"/>
          </a:ln>
        </p:spPr>
      </p:sp>
      <p:sp>
        <p:nvSpPr>
          <p:cNvPr id="43" name="Shape 38"/>
          <p:cNvSpPr/>
          <p:nvPr/>
        </p:nvSpPr>
        <p:spPr>
          <a:xfrm>
            <a:off x="3486150" y="2609850"/>
            <a:ext cx="0" cy="114300"/>
          </a:xfrm>
          <a:prstGeom prst="line">
            <a:avLst/>
          </a:prstGeom>
          <a:noFill/>
          <a:ln w="14288">
            <a:solidFill>
              <a:srgbClr val="5A6B85"/>
            </a:solidFill>
            <a:prstDash val="solid"/>
            <a:headEnd type="none"/>
            <a:tailEnd type="triangle"/>
          </a:ln>
        </p:spPr>
      </p:sp>
      <p:sp>
        <p:nvSpPr>
          <p:cNvPr id="44" name="Shape 39"/>
          <p:cNvSpPr/>
          <p:nvPr/>
        </p:nvSpPr>
        <p:spPr>
          <a:xfrm>
            <a:off x="5657850" y="2609850"/>
            <a:ext cx="0" cy="114300"/>
          </a:xfrm>
          <a:prstGeom prst="line">
            <a:avLst/>
          </a:prstGeom>
          <a:noFill/>
          <a:ln w="14288">
            <a:solidFill>
              <a:srgbClr val="5A6B85"/>
            </a:solidFill>
            <a:prstDash val="solid"/>
            <a:headEnd type="none"/>
            <a:tailEnd type="triangle"/>
          </a:ln>
        </p:spPr>
      </p:sp>
      <p:sp>
        <p:nvSpPr>
          <p:cNvPr id="45" name="Text 40"/>
          <p:cNvSpPr/>
          <p:nvPr/>
        </p:nvSpPr>
        <p:spPr>
          <a:xfrm>
            <a:off x="2990850" y="2743200"/>
            <a:ext cx="990600" cy="247650"/>
          </a:xfrm>
          <a:prstGeom prst="roundRect">
            <a:avLst>
              <a:gd name="adj" fmla="val 26923"/>
            </a:avLst>
          </a:prstGeom>
          <a:solidFill>
            <a:srgbClr val="0B2545"/>
          </a:solidFill>
          <a:ln/>
        </p:spPr>
        <p:txBody>
          <a:bodyPr wrap="square" lIns="0" tIns="0" rIns="0" bIns="0" rtlCol="0" anchor="ctr"/>
          <a:lstStyle/>
          <a:p>
            <a:pPr marL="0" indent="0" algn="ctr">
              <a:buNone/>
            </a:pPr>
            <a:r>
              <a:rPr lang="en-US" sz="625" dirty="0">
                <a:solidFill>
                  <a:srgbClr val="FFFFFF"/>
                </a:solidFill>
                <a:latin typeface="Source Sans 3 Bold" pitchFamily="34" charset="0"/>
                <a:ea typeface="Source Sans 3 Bold" pitchFamily="34" charset="-122"/>
                <a:cs typeface="Source Sans 3 Bold" pitchFamily="34" charset="-120"/>
              </a:rPr>
              <a:t>NEW USER</a:t>
            </a:r>
            <a:endParaRPr lang="en-US" sz="625" dirty="0"/>
          </a:p>
        </p:txBody>
      </p:sp>
      <p:sp>
        <p:nvSpPr>
          <p:cNvPr id="46" name="Text 41"/>
          <p:cNvSpPr/>
          <p:nvPr/>
        </p:nvSpPr>
        <p:spPr>
          <a:xfrm>
            <a:off x="2990850" y="3086100"/>
            <a:ext cx="990600" cy="285750"/>
          </a:xfrm>
          <a:prstGeom prst="roundRect">
            <a:avLst>
              <a:gd name="adj" fmla="val 23333"/>
            </a:avLst>
          </a:prstGeom>
          <a:solidFill>
            <a:srgbClr val="FFFFFF"/>
          </a:solidFill>
          <a:ln w="11430">
            <a:solidFill>
              <a:srgbClr val="B7CDE8"/>
            </a:solidFill>
            <a:prstDash val="solid"/>
          </a:ln>
        </p:spPr>
        <p:txBody>
          <a:bodyPr wrap="square" lIns="0" tIns="0" rIns="0" bIns="0" rtlCol="0" anchor="ctr"/>
          <a:lstStyle/>
          <a:p>
            <a:pPr marL="0" indent="0" algn="ctr">
              <a:buNone/>
            </a:pPr>
            <a:r>
              <a:rPr lang="en-US" sz="788" dirty="0">
                <a:solidFill>
                  <a:srgbClr val="0B2545"/>
                </a:solidFill>
                <a:latin typeface="Source Sans 3 SemiBold" pitchFamily="34" charset="0"/>
                <a:ea typeface="Source Sans 3 SemiBold" pitchFamily="34" charset="-122"/>
                <a:cs typeface="Source Sans 3 SemiBold" pitchFamily="34" charset="-120"/>
              </a:rPr>
              <a:t>Registration Form</a:t>
            </a:r>
            <a:endParaRPr lang="en-US" sz="788" dirty="0"/>
          </a:p>
        </p:txBody>
      </p:sp>
      <p:sp>
        <p:nvSpPr>
          <p:cNvPr id="47" name="Shape 42"/>
          <p:cNvSpPr/>
          <p:nvPr/>
        </p:nvSpPr>
        <p:spPr>
          <a:xfrm>
            <a:off x="2990850" y="3467100"/>
            <a:ext cx="990600" cy="285750"/>
          </a:xfrm>
          <a:prstGeom prst="roundRect">
            <a:avLst>
              <a:gd name="adj" fmla="val 23333"/>
            </a:avLst>
          </a:prstGeom>
          <a:solidFill>
            <a:srgbClr val="FFFFFF"/>
          </a:solidFill>
          <a:ln w="11430">
            <a:solidFill>
              <a:srgbClr val="B7CDE8"/>
            </a:solidFill>
            <a:prstDash val="solid"/>
          </a:ln>
        </p:spPr>
      </p:sp>
      <p:sp>
        <p:nvSpPr>
          <p:cNvPr id="48" name="Text 43"/>
          <p:cNvSpPr/>
          <p:nvPr/>
        </p:nvSpPr>
        <p:spPr>
          <a:xfrm>
            <a:off x="3028950" y="3514725"/>
            <a:ext cx="914400" cy="209550"/>
          </a:xfrm>
          <a:prstGeom prst="rect">
            <a:avLst/>
          </a:prstGeom>
          <a:noFill/>
          <a:ln/>
        </p:spPr>
        <p:txBody>
          <a:bodyPr wrap="square" lIns="0" tIns="0" rIns="0" bIns="0" rtlCol="0" anchor="ctr"/>
          <a:lstStyle/>
          <a:p>
            <a:pPr marL="0" indent="0" algn="ctr">
              <a:buNone/>
            </a:pPr>
            <a:r>
              <a:rPr lang="en-US" sz="660" dirty="0">
                <a:solidFill>
                  <a:srgbClr val="0B2545"/>
                </a:solidFill>
                <a:latin typeface="Source Sans 3 SemiBold" pitchFamily="34" charset="0"/>
                <a:ea typeface="Source Sans 3 SemiBold" pitchFamily="34" charset="-122"/>
                <a:cs typeface="Source Sans 3 SemiBold" pitchFamily="34" charset="-120"/>
              </a:rPr>
              <a:t>Registration ID Generated</a:t>
            </a:r>
            <a:endParaRPr lang="en-US" sz="660" dirty="0"/>
          </a:p>
        </p:txBody>
      </p:sp>
      <p:sp>
        <p:nvSpPr>
          <p:cNvPr id="49" name="Shape 44"/>
          <p:cNvSpPr/>
          <p:nvPr/>
        </p:nvSpPr>
        <p:spPr>
          <a:xfrm>
            <a:off x="2990850" y="3848100"/>
            <a:ext cx="990600" cy="285750"/>
          </a:xfrm>
          <a:prstGeom prst="roundRect">
            <a:avLst>
              <a:gd name="adj" fmla="val 23333"/>
            </a:avLst>
          </a:prstGeom>
          <a:solidFill>
            <a:srgbClr val="DDF5F1"/>
          </a:solidFill>
          <a:ln w="9525">
            <a:solidFill>
              <a:srgbClr val="8FD6CC"/>
            </a:solidFill>
            <a:prstDash val="solid"/>
          </a:ln>
        </p:spPr>
      </p:sp>
      <p:pic>
        <p:nvPicPr>
          <p:cNvPr id="50" name="Image 2" descr="preencoded.png"/>
          <p:cNvPicPr>
            <a:picLocks noChangeAspect="1"/>
          </p:cNvPicPr>
          <p:nvPr/>
        </p:nvPicPr>
        <p:blipFill>
          <a:blip r:embed="rId5"/>
          <a:stretch>
            <a:fillRect/>
          </a:stretch>
        </p:blipFill>
        <p:spPr>
          <a:xfrm>
            <a:off x="3038475" y="3895725"/>
            <a:ext cx="180975" cy="180975"/>
          </a:xfrm>
          <a:prstGeom prst="rect">
            <a:avLst/>
          </a:prstGeom>
        </p:spPr>
      </p:pic>
      <p:sp>
        <p:nvSpPr>
          <p:cNvPr id="51" name="Text 45"/>
          <p:cNvSpPr/>
          <p:nvPr/>
        </p:nvSpPr>
        <p:spPr>
          <a:xfrm>
            <a:off x="3238500" y="3886200"/>
            <a:ext cx="704850" cy="228600"/>
          </a:xfrm>
          <a:prstGeom prst="rect">
            <a:avLst/>
          </a:prstGeom>
          <a:noFill/>
          <a:ln/>
        </p:spPr>
        <p:txBody>
          <a:bodyPr wrap="square" lIns="0" tIns="0" rIns="0" bIns="0" rtlCol="0" anchor="ctr"/>
          <a:lstStyle/>
          <a:p>
            <a:pPr marL="0" indent="0" algn="l">
              <a:buNone/>
            </a:pPr>
            <a:r>
              <a:rPr lang="en-US" sz="750" dirty="0">
                <a:solidFill>
                  <a:srgbClr val="0B5F55"/>
                </a:solidFill>
                <a:latin typeface="Source Sans 3 Bold" pitchFamily="34" charset="0"/>
                <a:ea typeface="Source Sans 3 Bold" pitchFamily="34" charset="-122"/>
                <a:cs typeface="Source Sans 3 Bold" pitchFamily="34" charset="-120"/>
              </a:rPr>
              <a:t>WhatsApp Enquiry Details</a:t>
            </a:r>
            <a:endParaRPr lang="en-US" sz="750" dirty="0"/>
          </a:p>
        </p:txBody>
      </p:sp>
      <p:sp>
        <p:nvSpPr>
          <p:cNvPr id="52" name="Shape 46"/>
          <p:cNvSpPr/>
          <p:nvPr/>
        </p:nvSpPr>
        <p:spPr>
          <a:xfrm>
            <a:off x="3486150" y="2990850"/>
            <a:ext cx="0" cy="76200"/>
          </a:xfrm>
          <a:prstGeom prst="line">
            <a:avLst/>
          </a:prstGeom>
          <a:noFill/>
          <a:ln w="13335">
            <a:solidFill>
              <a:srgbClr val="5A6B85"/>
            </a:solidFill>
            <a:prstDash val="solid"/>
            <a:headEnd type="none"/>
            <a:tailEnd type="triangle"/>
          </a:ln>
        </p:spPr>
      </p:sp>
      <p:sp>
        <p:nvSpPr>
          <p:cNvPr id="53" name="Shape 47"/>
          <p:cNvSpPr/>
          <p:nvPr/>
        </p:nvSpPr>
        <p:spPr>
          <a:xfrm>
            <a:off x="3486150" y="3371850"/>
            <a:ext cx="0" cy="76200"/>
          </a:xfrm>
          <a:prstGeom prst="line">
            <a:avLst/>
          </a:prstGeom>
          <a:noFill/>
          <a:ln w="13335">
            <a:solidFill>
              <a:srgbClr val="5A6B85"/>
            </a:solidFill>
            <a:prstDash val="solid"/>
            <a:headEnd type="none"/>
            <a:tailEnd type="triangle"/>
          </a:ln>
        </p:spPr>
      </p:sp>
      <p:sp>
        <p:nvSpPr>
          <p:cNvPr id="54" name="Shape 48"/>
          <p:cNvSpPr/>
          <p:nvPr/>
        </p:nvSpPr>
        <p:spPr>
          <a:xfrm>
            <a:off x="3486150" y="3752850"/>
            <a:ext cx="0" cy="76200"/>
          </a:xfrm>
          <a:prstGeom prst="line">
            <a:avLst/>
          </a:prstGeom>
          <a:noFill/>
          <a:ln w="13335">
            <a:solidFill>
              <a:srgbClr val="5A6B85"/>
            </a:solidFill>
            <a:prstDash val="solid"/>
            <a:headEnd type="none"/>
            <a:tailEnd type="triangle"/>
          </a:ln>
        </p:spPr>
      </p:sp>
      <p:sp>
        <p:nvSpPr>
          <p:cNvPr id="55" name="Text 49"/>
          <p:cNvSpPr/>
          <p:nvPr/>
        </p:nvSpPr>
        <p:spPr>
          <a:xfrm>
            <a:off x="5162550" y="2743200"/>
            <a:ext cx="990600" cy="247650"/>
          </a:xfrm>
          <a:prstGeom prst="roundRect">
            <a:avLst>
              <a:gd name="adj" fmla="val 26923"/>
            </a:avLst>
          </a:prstGeom>
          <a:solidFill>
            <a:srgbClr val="0B2545"/>
          </a:solidFill>
          <a:ln/>
        </p:spPr>
        <p:txBody>
          <a:bodyPr wrap="square" lIns="0" tIns="0" rIns="0" bIns="0" rtlCol="0" anchor="ctr"/>
          <a:lstStyle/>
          <a:p>
            <a:pPr marL="0" indent="0" algn="ctr">
              <a:buNone/>
            </a:pPr>
            <a:r>
              <a:rPr lang="en-US" sz="625" dirty="0">
                <a:solidFill>
                  <a:srgbClr val="FFFFFF"/>
                </a:solidFill>
                <a:latin typeface="Source Sans 3 Bold" pitchFamily="34" charset="0"/>
                <a:ea typeface="Source Sans 3 Bold" pitchFamily="34" charset="-122"/>
                <a:cs typeface="Source Sans 3 Bold" pitchFamily="34" charset="-120"/>
              </a:rPr>
              <a:t>EXISTING USER</a:t>
            </a:r>
            <a:endParaRPr lang="en-US" sz="625" dirty="0"/>
          </a:p>
        </p:txBody>
      </p:sp>
      <p:sp>
        <p:nvSpPr>
          <p:cNvPr id="56" name="Text 50"/>
          <p:cNvSpPr/>
          <p:nvPr/>
        </p:nvSpPr>
        <p:spPr>
          <a:xfrm>
            <a:off x="5162550" y="3086100"/>
            <a:ext cx="990600" cy="285750"/>
          </a:xfrm>
          <a:prstGeom prst="roundRect">
            <a:avLst>
              <a:gd name="adj" fmla="val 23333"/>
            </a:avLst>
          </a:prstGeom>
          <a:solidFill>
            <a:srgbClr val="FFFFFF"/>
          </a:solidFill>
          <a:ln w="11430">
            <a:solidFill>
              <a:srgbClr val="B7CDE8"/>
            </a:solidFill>
            <a:prstDash val="solid"/>
          </a:ln>
        </p:spPr>
        <p:txBody>
          <a:bodyPr wrap="square" lIns="0" tIns="0" rIns="0" bIns="0" rtlCol="0" anchor="ctr"/>
          <a:lstStyle/>
          <a:p>
            <a:pPr marL="0" indent="0" algn="ctr">
              <a:buNone/>
            </a:pPr>
            <a:r>
              <a:rPr lang="en-US" sz="748" dirty="0">
                <a:solidFill>
                  <a:srgbClr val="0B2545"/>
                </a:solidFill>
                <a:latin typeface="Source Sans 3 SemiBold" pitchFamily="34" charset="0"/>
                <a:ea typeface="Source Sans 3 SemiBold" pitchFamily="34" charset="-122"/>
                <a:cs typeface="Source Sans 3 SemiBold" pitchFamily="34" charset="-120"/>
              </a:rPr>
              <a:t>Login ID &amp; Password</a:t>
            </a:r>
            <a:endParaRPr lang="en-US" sz="748" dirty="0"/>
          </a:p>
        </p:txBody>
      </p:sp>
      <p:sp>
        <p:nvSpPr>
          <p:cNvPr id="57" name="Text 51"/>
          <p:cNvSpPr/>
          <p:nvPr/>
        </p:nvSpPr>
        <p:spPr>
          <a:xfrm>
            <a:off x="5162550" y="3467100"/>
            <a:ext cx="990600" cy="285750"/>
          </a:xfrm>
          <a:prstGeom prst="roundRect">
            <a:avLst>
              <a:gd name="adj" fmla="val 23333"/>
            </a:avLst>
          </a:prstGeom>
          <a:solidFill>
            <a:srgbClr val="E8F1FE"/>
          </a:solidFill>
          <a:ln w="11430">
            <a:solidFill>
              <a:srgbClr val="1F6FEB"/>
            </a:solidFill>
            <a:prstDash val="solid"/>
          </a:ln>
        </p:spPr>
        <p:txBody>
          <a:bodyPr wrap="square" lIns="0" tIns="0" rIns="0" bIns="0" rtlCol="0" anchor="ctr"/>
          <a:lstStyle/>
          <a:p>
            <a:pPr marL="0" indent="0" algn="ctr">
              <a:buNone/>
            </a:pPr>
            <a:r>
              <a:rPr lang="en-US" sz="764" dirty="0">
                <a:solidFill>
                  <a:srgbClr val="0B2545"/>
                </a:solidFill>
                <a:latin typeface="Source Sans 3 Bold" pitchFamily="34" charset="0"/>
                <a:ea typeface="Source Sans 3 Bold" pitchFamily="34" charset="-122"/>
                <a:cs typeface="Source Sans 3 Bold" pitchFamily="34" charset="-120"/>
              </a:rPr>
              <a:t>Student Dashboard</a:t>
            </a:r>
            <a:endParaRPr lang="en-US" sz="764" dirty="0"/>
          </a:p>
        </p:txBody>
      </p:sp>
      <p:sp>
        <p:nvSpPr>
          <p:cNvPr id="58" name="Shape 52"/>
          <p:cNvSpPr/>
          <p:nvPr/>
        </p:nvSpPr>
        <p:spPr>
          <a:xfrm>
            <a:off x="5162550" y="3848100"/>
            <a:ext cx="990600" cy="552450"/>
          </a:xfrm>
          <a:prstGeom prst="roundRect">
            <a:avLst>
              <a:gd name="adj" fmla="val 12069"/>
            </a:avLst>
          </a:prstGeom>
          <a:solidFill>
            <a:srgbClr val="FFFFFF"/>
          </a:solidFill>
          <a:ln w="11430">
            <a:solidFill>
              <a:srgbClr val="B7CDE8"/>
            </a:solidFill>
            <a:prstDash val="solid"/>
          </a:ln>
        </p:spPr>
      </p:sp>
      <p:sp>
        <p:nvSpPr>
          <p:cNvPr id="59" name="Text 53"/>
          <p:cNvSpPr/>
          <p:nvPr/>
        </p:nvSpPr>
        <p:spPr>
          <a:xfrm>
            <a:off x="5200650" y="3895725"/>
            <a:ext cx="914400" cy="476250"/>
          </a:xfrm>
          <a:prstGeom prst="rect">
            <a:avLst/>
          </a:prstGeom>
          <a:noFill/>
          <a:ln/>
        </p:spPr>
        <p:txBody>
          <a:bodyPr wrap="square" lIns="0" tIns="0" rIns="0" bIns="0" rtlCol="0" anchor="ctr"/>
          <a:lstStyle/>
          <a:p>
            <a:pPr marL="0" indent="0" algn="ctr">
              <a:buNone/>
            </a:pPr>
            <a:r>
              <a:rPr lang="en-US" sz="710" dirty="0">
                <a:solidFill>
                  <a:srgbClr val="0B2545"/>
                </a:solidFill>
                <a:latin typeface="Source Sans 3 SemiBold" pitchFamily="34" charset="0"/>
                <a:ea typeface="Source Sans 3 SemiBold" pitchFamily="34" charset="-122"/>
                <a:cs typeface="Source Sans 3 SemiBold" pitchFamily="34" charset="-120"/>
              </a:rPr>
              <a:t>Personal Details / Assignments / Marks / Attendance / Fees / AI Chatbot</a:t>
            </a:r>
            <a:endParaRPr lang="en-US" sz="710" dirty="0"/>
          </a:p>
        </p:txBody>
      </p:sp>
      <p:sp>
        <p:nvSpPr>
          <p:cNvPr id="60" name="Shape 54"/>
          <p:cNvSpPr/>
          <p:nvPr/>
        </p:nvSpPr>
        <p:spPr>
          <a:xfrm>
            <a:off x="5657850" y="2990850"/>
            <a:ext cx="0" cy="76200"/>
          </a:xfrm>
          <a:prstGeom prst="line">
            <a:avLst/>
          </a:prstGeom>
          <a:noFill/>
          <a:ln w="13335">
            <a:solidFill>
              <a:srgbClr val="5A6B85"/>
            </a:solidFill>
            <a:prstDash val="solid"/>
            <a:headEnd type="none"/>
            <a:tailEnd type="triangle"/>
          </a:ln>
        </p:spPr>
      </p:sp>
      <p:sp>
        <p:nvSpPr>
          <p:cNvPr id="61" name="Shape 55"/>
          <p:cNvSpPr/>
          <p:nvPr/>
        </p:nvSpPr>
        <p:spPr>
          <a:xfrm>
            <a:off x="5657850" y="3371850"/>
            <a:ext cx="0" cy="76200"/>
          </a:xfrm>
          <a:prstGeom prst="line">
            <a:avLst/>
          </a:prstGeom>
          <a:noFill/>
          <a:ln w="13335">
            <a:solidFill>
              <a:srgbClr val="5A6B85"/>
            </a:solidFill>
            <a:prstDash val="solid"/>
            <a:headEnd type="none"/>
            <a:tailEnd type="triangle"/>
          </a:ln>
        </p:spPr>
      </p:sp>
      <p:sp>
        <p:nvSpPr>
          <p:cNvPr id="62" name="Shape 56"/>
          <p:cNvSpPr/>
          <p:nvPr/>
        </p:nvSpPr>
        <p:spPr>
          <a:xfrm>
            <a:off x="5657850" y="3752850"/>
            <a:ext cx="0" cy="76200"/>
          </a:xfrm>
          <a:prstGeom prst="line">
            <a:avLst/>
          </a:prstGeom>
          <a:noFill/>
          <a:ln w="13335">
            <a:solidFill>
              <a:srgbClr val="5A6B85"/>
            </a:solidFill>
            <a:prstDash val="solid"/>
            <a:headEnd type="none"/>
            <a:tailEnd type="triangle"/>
          </a:ln>
        </p:spPr>
      </p:sp>
      <p:sp>
        <p:nvSpPr>
          <p:cNvPr id="63" name="Shape 57"/>
          <p:cNvSpPr/>
          <p:nvPr/>
        </p:nvSpPr>
        <p:spPr>
          <a:xfrm>
            <a:off x="4095750" y="2743200"/>
            <a:ext cx="9525" cy="1657350"/>
          </a:xfrm>
          <a:prstGeom prst="rect">
            <a:avLst/>
          </a:prstGeom>
          <a:solidFill>
            <a:srgbClr val="E2EAF5"/>
          </a:solidFill>
          <a:ln/>
        </p:spPr>
      </p:sp>
      <p:sp>
        <p:nvSpPr>
          <p:cNvPr id="64" name="Shape 58"/>
          <p:cNvSpPr/>
          <p:nvPr/>
        </p:nvSpPr>
        <p:spPr>
          <a:xfrm>
            <a:off x="6419850" y="1733550"/>
            <a:ext cx="2400300" cy="2971800"/>
          </a:xfrm>
          <a:prstGeom prst="roundRect">
            <a:avLst>
              <a:gd name="adj" fmla="val 5556"/>
            </a:avLst>
          </a:prstGeom>
          <a:solidFill>
            <a:srgbClr val="FFFFFF"/>
          </a:solidFill>
          <a:ln w="9525">
            <a:solidFill>
              <a:srgbClr val="D3DEEE"/>
            </a:solidFill>
            <a:prstDash val="solid"/>
          </a:ln>
        </p:spPr>
      </p:sp>
      <p:sp>
        <p:nvSpPr>
          <p:cNvPr id="65" name="Shape 59"/>
          <p:cNvSpPr/>
          <p:nvPr/>
        </p:nvSpPr>
        <p:spPr>
          <a:xfrm>
            <a:off x="6419850" y="1733550"/>
            <a:ext cx="2400300" cy="323850"/>
          </a:xfrm>
          <a:prstGeom prst="roundRect">
            <a:avLst>
              <a:gd name="adj" fmla="val 41176"/>
            </a:avLst>
          </a:prstGeom>
          <a:solidFill>
            <a:srgbClr val="12A594"/>
          </a:solidFill>
          <a:ln/>
        </p:spPr>
      </p:sp>
      <p:sp>
        <p:nvSpPr>
          <p:cNvPr id="66" name="Shape 60"/>
          <p:cNvSpPr/>
          <p:nvPr/>
        </p:nvSpPr>
        <p:spPr>
          <a:xfrm>
            <a:off x="6419850" y="1924050"/>
            <a:ext cx="2400300" cy="133350"/>
          </a:xfrm>
          <a:prstGeom prst="rect">
            <a:avLst/>
          </a:prstGeom>
          <a:solidFill>
            <a:srgbClr val="12A594"/>
          </a:solidFill>
          <a:ln/>
        </p:spPr>
      </p:sp>
      <p:sp>
        <p:nvSpPr>
          <p:cNvPr id="67" name="Text 61"/>
          <p:cNvSpPr/>
          <p:nvPr/>
        </p:nvSpPr>
        <p:spPr>
          <a:xfrm>
            <a:off x="6419850" y="1800225"/>
            <a:ext cx="2400300" cy="190500"/>
          </a:xfrm>
          <a:prstGeom prst="rect">
            <a:avLst/>
          </a:prstGeom>
          <a:noFill/>
          <a:ln/>
        </p:spPr>
        <p:txBody>
          <a:bodyPr wrap="square" lIns="0" tIns="0" rIns="0" bIns="0" rtlCol="0" anchor="ctr"/>
          <a:lstStyle/>
          <a:p>
            <a:pPr marL="0" indent="0" algn="ctr">
              <a:buNone/>
            </a:pPr>
            <a:r>
              <a:rPr lang="en-US" sz="975" dirty="0">
                <a:solidFill>
                  <a:srgbClr val="FFFFFF"/>
                </a:solidFill>
                <a:latin typeface="Space Grotesk Bold" pitchFamily="34" charset="0"/>
                <a:ea typeface="Space Grotesk Bold" pitchFamily="34" charset="-122"/>
                <a:cs typeface="Space Grotesk Bold" pitchFamily="34" charset="-120"/>
              </a:rPr>
              <a:t>TEACHER</a:t>
            </a:r>
            <a:endParaRPr lang="en-US" sz="975" dirty="0"/>
          </a:p>
        </p:txBody>
      </p:sp>
      <p:sp>
        <p:nvSpPr>
          <p:cNvPr id="68" name="Text 62"/>
          <p:cNvSpPr/>
          <p:nvPr/>
        </p:nvSpPr>
        <p:spPr>
          <a:xfrm>
            <a:off x="6667500" y="2190750"/>
            <a:ext cx="1905000" cy="323850"/>
          </a:xfrm>
          <a:prstGeom prst="roundRect">
            <a:avLst>
              <a:gd name="adj" fmla="val 23529"/>
            </a:avLst>
          </a:prstGeom>
          <a:solidFill>
            <a:srgbClr val="DDF5F1"/>
          </a:solidFill>
          <a:ln w="9525">
            <a:solidFill>
              <a:srgbClr val="8FD6CC"/>
            </a:solidFill>
            <a:prstDash val="solid"/>
          </a:ln>
        </p:spPr>
        <p:txBody>
          <a:bodyPr wrap="square" lIns="0" tIns="0" rIns="0" bIns="0" rtlCol="0" anchor="ctr"/>
          <a:lstStyle/>
          <a:p>
            <a:pPr marL="0" indent="0" algn="ctr">
              <a:buNone/>
            </a:pPr>
            <a:r>
              <a:rPr lang="en-US" sz="900" dirty="0">
                <a:solidFill>
                  <a:srgbClr val="0B2545"/>
                </a:solidFill>
                <a:latin typeface="Source Sans 3 Bold" pitchFamily="34" charset="0"/>
                <a:ea typeface="Source Sans 3 Bold" pitchFamily="34" charset="-122"/>
                <a:cs typeface="Source Sans 3 Bold" pitchFamily="34" charset="-120"/>
              </a:rPr>
              <a:t>Teacher Login</a:t>
            </a:r>
            <a:endParaRPr lang="en-US" sz="900" dirty="0"/>
          </a:p>
        </p:txBody>
      </p:sp>
      <p:sp>
        <p:nvSpPr>
          <p:cNvPr id="69" name="Text 63"/>
          <p:cNvSpPr/>
          <p:nvPr/>
        </p:nvSpPr>
        <p:spPr>
          <a:xfrm>
            <a:off x="6667500" y="2667000"/>
            <a:ext cx="1905000" cy="323850"/>
          </a:xfrm>
          <a:prstGeom prst="roundRect">
            <a:avLst>
              <a:gd name="adj" fmla="val 23529"/>
            </a:avLst>
          </a:prstGeom>
          <a:solidFill>
            <a:srgbClr val="FFFFFF"/>
          </a:solidFill>
          <a:ln w="11430">
            <a:solidFill>
              <a:srgbClr val="B7CDE8"/>
            </a:solidFill>
            <a:prstDash val="solid"/>
          </a:ln>
        </p:spPr>
        <p:txBody>
          <a:bodyPr wrap="square" lIns="0" tIns="0" rIns="0" bIns="0" rtlCol="0" anchor="ctr"/>
          <a:lstStyle/>
          <a:p>
            <a:pPr marL="0" indent="0" algn="ctr">
              <a:buNone/>
            </a:pPr>
            <a:r>
              <a:rPr lang="en-US" sz="900" dirty="0">
                <a:solidFill>
                  <a:srgbClr val="0B2545"/>
                </a:solidFill>
                <a:latin typeface="Source Sans 3 Bold" pitchFamily="34" charset="0"/>
                <a:ea typeface="Source Sans 3 Bold" pitchFamily="34" charset="-122"/>
                <a:cs typeface="Source Sans 3 Bold" pitchFamily="34" charset="-120"/>
              </a:rPr>
              <a:t>Teacher Dashboard</a:t>
            </a:r>
            <a:endParaRPr lang="en-US" sz="900" dirty="0"/>
          </a:p>
        </p:txBody>
      </p:sp>
      <p:sp>
        <p:nvSpPr>
          <p:cNvPr id="70" name="Shape 64"/>
          <p:cNvSpPr/>
          <p:nvPr/>
        </p:nvSpPr>
        <p:spPr>
          <a:xfrm>
            <a:off x="6667500" y="3143250"/>
            <a:ext cx="1905000" cy="781050"/>
          </a:xfrm>
          <a:prstGeom prst="roundRect">
            <a:avLst>
              <a:gd name="adj" fmla="val 9756"/>
            </a:avLst>
          </a:prstGeom>
          <a:solidFill>
            <a:srgbClr val="FFFFFF"/>
          </a:solidFill>
          <a:ln w="11430">
            <a:solidFill>
              <a:srgbClr val="B7CDE8"/>
            </a:solidFill>
            <a:prstDash val="solid"/>
          </a:ln>
        </p:spPr>
      </p:sp>
      <p:sp>
        <p:nvSpPr>
          <p:cNvPr id="71" name="Text 65"/>
          <p:cNvSpPr/>
          <p:nvPr/>
        </p:nvSpPr>
        <p:spPr>
          <a:xfrm>
            <a:off x="6762750" y="3238500"/>
            <a:ext cx="1714500" cy="609600"/>
          </a:xfrm>
          <a:prstGeom prst="rect">
            <a:avLst/>
          </a:prstGeom>
          <a:noFill/>
          <a:ln/>
        </p:spPr>
        <p:txBody>
          <a:bodyPr wrap="square" lIns="0" tIns="0" rIns="0" bIns="0" rtlCol="0" anchor="ctr"/>
          <a:lstStyle/>
          <a:p>
            <a:pPr marL="0" indent="0" algn="ctr">
              <a:buNone/>
            </a:pPr>
            <a:r>
              <a:rPr lang="en-US" sz="863" dirty="0">
                <a:solidFill>
                  <a:srgbClr val="0B2545"/>
                </a:solidFill>
                <a:latin typeface="Source Sans 3 SemiBold" pitchFamily="34" charset="0"/>
                <a:ea typeface="Source Sans 3 SemiBold" pitchFamily="34" charset="-122"/>
                <a:cs typeface="Source Sans 3 SemiBold" pitchFamily="34" charset="-120"/>
              </a:rPr>
              <a:t>Manage Assignment / Batch / Course / Teacher Details</a:t>
            </a:r>
            <a:endParaRPr lang="en-US" sz="863" dirty="0"/>
          </a:p>
        </p:txBody>
      </p:sp>
      <p:sp>
        <p:nvSpPr>
          <p:cNvPr id="72" name="Text 66"/>
          <p:cNvSpPr/>
          <p:nvPr/>
        </p:nvSpPr>
        <p:spPr>
          <a:xfrm>
            <a:off x="6667500" y="4076700"/>
            <a:ext cx="1905000" cy="323850"/>
          </a:xfrm>
          <a:prstGeom prst="roundRect">
            <a:avLst>
              <a:gd name="adj" fmla="val 23529"/>
            </a:avLst>
          </a:prstGeom>
          <a:solidFill>
            <a:srgbClr val="0B2545"/>
          </a:solidFill>
          <a:ln/>
        </p:spPr>
        <p:txBody>
          <a:bodyPr wrap="square" lIns="0" tIns="0" rIns="0" bIns="0" rtlCol="0" anchor="ctr"/>
          <a:lstStyle/>
          <a:p>
            <a:pPr marL="0" indent="0" algn="ctr">
              <a:buNone/>
            </a:pPr>
            <a:r>
              <a:rPr lang="en-US" sz="900" dirty="0">
                <a:solidFill>
                  <a:srgbClr val="FFFFFF"/>
                </a:solidFill>
                <a:latin typeface="Source Sans 3 Bold" pitchFamily="34" charset="0"/>
                <a:ea typeface="Source Sans 3 Bold" pitchFamily="34" charset="-122"/>
                <a:cs typeface="Source Sans 3 Bold" pitchFamily="34" charset="-120"/>
              </a:rPr>
              <a:t>View Submissions</a:t>
            </a:r>
            <a:endParaRPr lang="en-US" sz="900" dirty="0"/>
          </a:p>
        </p:txBody>
      </p:sp>
      <p:sp>
        <p:nvSpPr>
          <p:cNvPr id="73" name="Shape 67"/>
          <p:cNvSpPr/>
          <p:nvPr/>
        </p:nvSpPr>
        <p:spPr>
          <a:xfrm>
            <a:off x="7620000" y="2514600"/>
            <a:ext cx="0" cy="133350"/>
          </a:xfrm>
          <a:prstGeom prst="line">
            <a:avLst/>
          </a:prstGeom>
          <a:noFill/>
          <a:ln w="14288">
            <a:solidFill>
              <a:srgbClr val="5A6B85"/>
            </a:solidFill>
            <a:prstDash val="solid"/>
            <a:headEnd type="none"/>
            <a:tailEnd type="triangle"/>
          </a:ln>
        </p:spPr>
      </p:sp>
      <p:sp>
        <p:nvSpPr>
          <p:cNvPr id="74" name="Shape 68"/>
          <p:cNvSpPr/>
          <p:nvPr/>
        </p:nvSpPr>
        <p:spPr>
          <a:xfrm>
            <a:off x="7620000" y="2990850"/>
            <a:ext cx="0" cy="133350"/>
          </a:xfrm>
          <a:prstGeom prst="line">
            <a:avLst/>
          </a:prstGeom>
          <a:noFill/>
          <a:ln w="14288">
            <a:solidFill>
              <a:srgbClr val="5A6B85"/>
            </a:solidFill>
            <a:prstDash val="solid"/>
            <a:headEnd type="none"/>
            <a:tailEnd type="triangle"/>
          </a:ln>
        </p:spPr>
      </p:sp>
      <p:sp>
        <p:nvSpPr>
          <p:cNvPr id="75" name="Shape 69"/>
          <p:cNvSpPr/>
          <p:nvPr/>
        </p:nvSpPr>
        <p:spPr>
          <a:xfrm>
            <a:off x="7620000" y="3924300"/>
            <a:ext cx="0" cy="133350"/>
          </a:xfrm>
          <a:prstGeom prst="line">
            <a:avLst/>
          </a:prstGeom>
          <a:noFill/>
          <a:ln w="14288">
            <a:solidFill>
              <a:srgbClr val="5A6B85"/>
            </a:solidFill>
            <a:prstDash val="solid"/>
            <a:headEnd type="none"/>
            <a:tailEnd type="triangle"/>
          </a:ln>
        </p:spPr>
      </p:sp>
      <p:sp>
        <p:nvSpPr>
          <p:cNvPr id="76" name="Text 70"/>
          <p:cNvSpPr/>
          <p:nvPr/>
        </p:nvSpPr>
        <p:spPr>
          <a:xfrm>
            <a:off x="323850" y="4800600"/>
            <a:ext cx="8496300" cy="190500"/>
          </a:xfrm>
          <a:prstGeom prst="rect">
            <a:avLst/>
          </a:prstGeom>
          <a:noFill/>
          <a:ln/>
        </p:spPr>
        <p:txBody>
          <a:bodyPr wrap="square" lIns="0" tIns="0" rIns="0" bIns="0" rtlCol="0" anchor="ctr"/>
          <a:lstStyle/>
          <a:p>
            <a:pPr marL="0" indent="0" algn="l">
              <a:buNone/>
            </a:pPr>
            <a:endParaRPr lang="en-US" sz="863" dirty="0"/>
          </a:p>
        </p:txBody>
      </p:sp>
      <p:sp>
        <p:nvSpPr>
          <p:cNvPr id="2" name="TextBox 1">
            <a:extLst>
              <a:ext uri="{FF2B5EF4-FFF2-40B4-BE49-F238E27FC236}">
                <a16:creationId xmlns:a16="http://schemas.microsoft.com/office/drawing/2014/main" id="{32CB4607-2A25-4325-6180-2D51B702D924}"/>
              </a:ext>
            </a:extLst>
          </p:cNvPr>
          <p:cNvSpPr txBox="1"/>
          <p:nvPr/>
        </p:nvSpPr>
        <p:spPr>
          <a:xfrm>
            <a:off x="3286124" y="1043353"/>
            <a:ext cx="1962149" cy="507831"/>
          </a:xfrm>
          <a:prstGeom prst="rect">
            <a:avLst/>
          </a:prstGeom>
          <a:noFill/>
        </p:spPr>
        <p:txBody>
          <a:bodyPr wrap="square" rtlCol="0">
            <a:spAutoFit/>
          </a:bodyPr>
          <a:lstStyle/>
          <a:p>
            <a:r>
              <a:rPr lang="en-IN" sz="800" b="1" dirty="0">
                <a:solidFill>
                  <a:srgbClr val="0070C0"/>
                </a:solidFill>
              </a:rPr>
              <a:t>Select Login Type</a:t>
            </a:r>
            <a:endParaRPr lang="en-IN" b="1" dirty="0">
              <a:solidFill>
                <a:srgbClr val="0070C0"/>
              </a:solidFill>
            </a:endParaRP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9FD"/>
        </a:solidFill>
        <a:effectLst/>
      </p:bgPr>
    </p:bg>
    <p:spTree>
      <p:nvGrpSpPr>
        <p:cNvPr id="1" name=""/>
        <p:cNvGrpSpPr/>
        <p:nvPr/>
      </p:nvGrpSpPr>
      <p:grpSpPr>
        <a:xfrm>
          <a:off x="0" y="0"/>
          <a:ext cx="0" cy="0"/>
          <a:chOff x="0" y="0"/>
          <a:chExt cx="0" cy="0"/>
        </a:xfrm>
      </p:grpSpPr>
      <p:sp>
        <p:nvSpPr>
          <p:cNvPr id="3" name="Shape 0"/>
          <p:cNvSpPr/>
          <p:nvPr/>
        </p:nvSpPr>
        <p:spPr>
          <a:xfrm>
            <a:off x="0" y="0"/>
            <a:ext cx="9144000" cy="819150"/>
          </a:xfrm>
          <a:prstGeom prst="rect">
            <a:avLst/>
          </a:prstGeom>
          <a:solidFill>
            <a:srgbClr val="0B2545"/>
          </a:solidFill>
          <a:ln/>
        </p:spPr>
      </p:sp>
      <p:sp>
        <p:nvSpPr>
          <p:cNvPr id="4" name="Shape 1"/>
          <p:cNvSpPr/>
          <p:nvPr/>
        </p:nvSpPr>
        <p:spPr>
          <a:xfrm>
            <a:off x="0" y="819150"/>
            <a:ext cx="9144000" cy="28575"/>
          </a:xfrm>
          <a:prstGeom prst="rect">
            <a:avLst/>
          </a:prstGeom>
          <a:solidFill>
            <a:srgbClr val="F2A63B"/>
          </a:solidFill>
          <a:ln/>
        </p:spPr>
      </p:sp>
      <p:pic>
        <p:nvPicPr>
          <p:cNvPr id="5" name="Image 0" descr="preencoded.png"/>
          <p:cNvPicPr>
            <a:picLocks noChangeAspect="1"/>
          </p:cNvPicPr>
          <p:nvPr/>
        </p:nvPicPr>
        <p:blipFill>
          <a:blip r:embed="rId3"/>
          <a:stretch>
            <a:fillRect/>
          </a:stretch>
        </p:blipFill>
        <p:spPr>
          <a:xfrm>
            <a:off x="7553325" y="0"/>
            <a:ext cx="1590675" cy="1571625"/>
          </a:xfrm>
          <a:prstGeom prst="rect">
            <a:avLst/>
          </a:prstGeom>
        </p:spPr>
      </p:pic>
      <p:sp>
        <p:nvSpPr>
          <p:cNvPr id="6" name="Text 2"/>
          <p:cNvSpPr/>
          <p:nvPr/>
        </p:nvSpPr>
        <p:spPr>
          <a:xfrm>
            <a:off x="457200" y="228600"/>
            <a:ext cx="6096000" cy="400050"/>
          </a:xfrm>
          <a:prstGeom prst="rect">
            <a:avLst/>
          </a:prstGeom>
          <a:noFill/>
          <a:ln/>
        </p:spPr>
        <p:txBody>
          <a:bodyPr wrap="square" lIns="0" tIns="0" rIns="0" bIns="0" rtlCol="0" anchor="ctr"/>
          <a:lstStyle/>
          <a:p>
            <a:pPr marL="0" indent="0" algn="l">
              <a:buNone/>
            </a:pPr>
            <a:r>
              <a:rPr lang="en-US" sz="2250" dirty="0">
                <a:solidFill>
                  <a:srgbClr val="FFFFFF"/>
                </a:solidFill>
                <a:latin typeface="Space Grotesk Bold" pitchFamily="34" charset="0"/>
                <a:ea typeface="Space Grotesk Bold" pitchFamily="34" charset="-122"/>
                <a:cs typeface="Space Grotesk Bold" pitchFamily="34" charset="-120"/>
              </a:rPr>
              <a:t>Smart Attendance Using Geofencing</a:t>
            </a:r>
            <a:endParaRPr lang="en-US" sz="2250" dirty="0"/>
          </a:p>
        </p:txBody>
      </p:sp>
      <p:sp>
        <p:nvSpPr>
          <p:cNvPr id="7" name="Text 3"/>
          <p:cNvSpPr/>
          <p:nvPr/>
        </p:nvSpPr>
        <p:spPr>
          <a:xfrm>
            <a:off x="6667500" y="323850"/>
            <a:ext cx="2019300" cy="209550"/>
          </a:xfrm>
          <a:prstGeom prst="rect">
            <a:avLst/>
          </a:prstGeom>
          <a:noFill/>
          <a:ln/>
        </p:spPr>
        <p:txBody>
          <a:bodyPr wrap="square" lIns="0" tIns="0" rIns="0" bIns="0" rtlCol="0" anchor="ctr"/>
          <a:lstStyle/>
          <a:p>
            <a:pPr marL="0" indent="0" algn="r">
              <a:buNone/>
            </a:pPr>
            <a:r>
              <a:rPr lang="en-US" sz="975" dirty="0">
                <a:solidFill>
                  <a:srgbClr val="7FB6F5"/>
                </a:solidFill>
                <a:latin typeface="Source Sans 3 SemiBold" pitchFamily="34" charset="0"/>
                <a:ea typeface="Source Sans 3 SemiBold" pitchFamily="34" charset="-122"/>
                <a:cs typeface="Source Sans 3 SemiBold" pitchFamily="34" charset="-120"/>
              </a:rPr>
              <a:t>SLIDE 05</a:t>
            </a:r>
            <a:endParaRPr lang="en-US" sz="975" dirty="0"/>
          </a:p>
        </p:txBody>
      </p:sp>
      <p:sp>
        <p:nvSpPr>
          <p:cNvPr id="8" name="Shape 4"/>
          <p:cNvSpPr/>
          <p:nvPr/>
        </p:nvSpPr>
        <p:spPr>
          <a:xfrm>
            <a:off x="323850" y="1009650"/>
            <a:ext cx="1866900" cy="1428750"/>
          </a:xfrm>
          <a:prstGeom prst="roundRect">
            <a:avLst>
              <a:gd name="adj" fmla="val 8000"/>
            </a:avLst>
          </a:prstGeom>
          <a:solidFill>
            <a:srgbClr val="FFFFFF"/>
          </a:solidFill>
          <a:ln w="9525">
            <a:solidFill>
              <a:srgbClr val="D3DEEE"/>
            </a:solidFill>
            <a:prstDash val="solid"/>
          </a:ln>
        </p:spPr>
      </p:sp>
      <p:sp>
        <p:nvSpPr>
          <p:cNvPr id="9" name="Shape 5"/>
          <p:cNvSpPr/>
          <p:nvPr/>
        </p:nvSpPr>
        <p:spPr>
          <a:xfrm>
            <a:off x="476250" y="1162050"/>
            <a:ext cx="1562100" cy="495300"/>
          </a:xfrm>
          <a:prstGeom prst="roundRect">
            <a:avLst>
              <a:gd name="adj" fmla="val 17308"/>
            </a:avLst>
          </a:prstGeom>
          <a:solidFill>
            <a:srgbClr val="E8F1FE"/>
          </a:solidFill>
          <a:ln w="9525">
            <a:solidFill>
              <a:srgbClr val="BBD5F7"/>
            </a:solidFill>
            <a:prstDash val="solid"/>
          </a:ln>
        </p:spPr>
      </p:sp>
      <p:pic>
        <p:nvPicPr>
          <p:cNvPr id="10" name="Image 1" descr="preencoded.png"/>
          <p:cNvPicPr>
            <a:picLocks noChangeAspect="1"/>
          </p:cNvPicPr>
          <p:nvPr/>
        </p:nvPicPr>
        <p:blipFill>
          <a:blip r:embed="rId4"/>
          <a:stretch>
            <a:fillRect/>
          </a:stretch>
        </p:blipFill>
        <p:spPr>
          <a:xfrm>
            <a:off x="552450" y="1304925"/>
            <a:ext cx="209550" cy="209550"/>
          </a:xfrm>
          <a:prstGeom prst="rect">
            <a:avLst/>
          </a:prstGeom>
        </p:spPr>
      </p:pic>
      <p:sp>
        <p:nvSpPr>
          <p:cNvPr id="11" name="Text 6"/>
          <p:cNvSpPr/>
          <p:nvPr/>
        </p:nvSpPr>
        <p:spPr>
          <a:xfrm>
            <a:off x="800100" y="1228725"/>
            <a:ext cx="1162050" cy="36195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Student approaches the class</a:t>
            </a:r>
            <a:endParaRPr lang="en-US" sz="900" dirty="0"/>
          </a:p>
        </p:txBody>
      </p:sp>
      <p:sp>
        <p:nvSpPr>
          <p:cNvPr id="12" name="Shape 7"/>
          <p:cNvSpPr/>
          <p:nvPr/>
        </p:nvSpPr>
        <p:spPr>
          <a:xfrm>
            <a:off x="476250" y="1790700"/>
            <a:ext cx="1562100" cy="495300"/>
          </a:xfrm>
          <a:prstGeom prst="roundRect">
            <a:avLst>
              <a:gd name="adj" fmla="val 17308"/>
            </a:avLst>
          </a:prstGeom>
          <a:solidFill>
            <a:srgbClr val="FDF0DC"/>
          </a:solidFill>
          <a:ln w="9525">
            <a:solidFill>
              <a:srgbClr val="F0C685"/>
            </a:solidFill>
            <a:prstDash val="solid"/>
          </a:ln>
        </p:spPr>
      </p:sp>
      <p:pic>
        <p:nvPicPr>
          <p:cNvPr id="13" name="Image 2" descr="preencoded.png"/>
          <p:cNvPicPr>
            <a:picLocks noChangeAspect="1"/>
          </p:cNvPicPr>
          <p:nvPr/>
        </p:nvPicPr>
        <p:blipFill>
          <a:blip r:embed="rId5"/>
          <a:stretch>
            <a:fillRect/>
          </a:stretch>
        </p:blipFill>
        <p:spPr>
          <a:xfrm>
            <a:off x="552450" y="1933575"/>
            <a:ext cx="209550" cy="209550"/>
          </a:xfrm>
          <a:prstGeom prst="rect">
            <a:avLst/>
          </a:prstGeom>
        </p:spPr>
      </p:pic>
      <p:sp>
        <p:nvSpPr>
          <p:cNvPr id="14" name="Text 8"/>
          <p:cNvSpPr/>
          <p:nvPr/>
        </p:nvSpPr>
        <p:spPr>
          <a:xfrm>
            <a:off x="800100" y="1857375"/>
            <a:ext cx="1162050" cy="361950"/>
          </a:xfrm>
          <a:prstGeom prst="rect">
            <a:avLst/>
          </a:prstGeom>
          <a:noFill/>
          <a:ln/>
        </p:spPr>
        <p:txBody>
          <a:bodyPr wrap="square" lIns="0" tIns="0" rIns="0" bIns="0" rtlCol="0" anchor="ctr"/>
          <a:lstStyle/>
          <a:p>
            <a:pPr marL="0" indent="0" algn="l">
              <a:buNone/>
            </a:pPr>
            <a:r>
              <a:rPr lang="en-US" sz="900" dirty="0">
                <a:solidFill>
                  <a:srgbClr val="0B2545"/>
                </a:solidFill>
                <a:latin typeface="Source Sans 3 Bold" pitchFamily="34" charset="0"/>
                <a:ea typeface="Source Sans 3 Bold" pitchFamily="34" charset="-122"/>
                <a:cs typeface="Source Sans 3 Bold" pitchFamily="34" charset="-120"/>
              </a:rPr>
              <a:t>System checks GPS location</a:t>
            </a:r>
            <a:endParaRPr lang="en-US" sz="900" dirty="0"/>
          </a:p>
        </p:txBody>
      </p:sp>
      <p:sp>
        <p:nvSpPr>
          <p:cNvPr id="15" name="Shape 9"/>
          <p:cNvSpPr/>
          <p:nvPr/>
        </p:nvSpPr>
        <p:spPr>
          <a:xfrm>
            <a:off x="1257300" y="1657350"/>
            <a:ext cx="0" cy="114300"/>
          </a:xfrm>
          <a:prstGeom prst="line">
            <a:avLst/>
          </a:prstGeom>
          <a:noFill/>
          <a:ln w="14288">
            <a:solidFill>
              <a:srgbClr val="5A6B85"/>
            </a:solidFill>
            <a:prstDash val="solid"/>
            <a:headEnd type="none"/>
            <a:tailEnd type="triangle"/>
          </a:ln>
        </p:spPr>
      </p:sp>
      <p:sp>
        <p:nvSpPr>
          <p:cNvPr id="16" name="Shape 10"/>
          <p:cNvSpPr/>
          <p:nvPr/>
        </p:nvSpPr>
        <p:spPr>
          <a:xfrm>
            <a:off x="2362200" y="1333500"/>
            <a:ext cx="1447800" cy="781050"/>
          </a:xfrm>
          <a:custGeom>
            <a:avLst/>
            <a:gdLst/>
            <a:ahLst/>
            <a:cxnLst/>
            <a:rect l="l" t="t" r="r" b="b"/>
            <a:pathLst>
              <a:path w="1447800" h="781050">
                <a:moveTo>
                  <a:pt x="723900" y="0"/>
                </a:moveTo>
                <a:lnTo>
                  <a:pt x="1447800" y="390525"/>
                </a:lnTo>
                <a:lnTo>
                  <a:pt x="723900" y="781050"/>
                </a:lnTo>
                <a:lnTo>
                  <a:pt x="0" y="390525"/>
                </a:lnTo>
                <a:lnTo>
                  <a:pt x="723900" y="0"/>
                </a:lnTo>
                <a:close/>
              </a:path>
            </a:pathLst>
          </a:custGeom>
          <a:solidFill>
            <a:srgbClr val="0B2545"/>
          </a:solidFill>
          <a:ln w="15240">
            <a:solidFill>
              <a:srgbClr val="F2A63B"/>
            </a:solidFill>
            <a:prstDash val="solid"/>
          </a:ln>
        </p:spPr>
      </p:sp>
      <p:sp>
        <p:nvSpPr>
          <p:cNvPr id="17" name="Shape 11"/>
          <p:cNvSpPr/>
          <p:nvPr/>
        </p:nvSpPr>
        <p:spPr>
          <a:xfrm>
            <a:off x="2209800" y="1724025"/>
            <a:ext cx="133350" cy="0"/>
          </a:xfrm>
          <a:prstGeom prst="line">
            <a:avLst/>
          </a:prstGeom>
          <a:noFill/>
          <a:ln w="15240">
            <a:solidFill>
              <a:srgbClr val="5A6B85"/>
            </a:solidFill>
            <a:prstDash val="solid"/>
            <a:headEnd type="none"/>
            <a:tailEnd type="triangle"/>
          </a:ln>
        </p:spPr>
      </p:sp>
      <p:sp>
        <p:nvSpPr>
          <p:cNvPr id="18" name="Shape 12"/>
          <p:cNvSpPr/>
          <p:nvPr/>
        </p:nvSpPr>
        <p:spPr>
          <a:xfrm>
            <a:off x="3086100" y="1143000"/>
            <a:ext cx="0" cy="171450"/>
          </a:xfrm>
          <a:prstGeom prst="line">
            <a:avLst/>
          </a:prstGeom>
          <a:noFill/>
          <a:ln w="17145">
            <a:solidFill>
              <a:srgbClr val="12A594"/>
            </a:solidFill>
            <a:prstDash val="solid"/>
            <a:headEnd type="none"/>
            <a:tailEnd type="none"/>
          </a:ln>
        </p:spPr>
      </p:sp>
      <p:sp>
        <p:nvSpPr>
          <p:cNvPr id="19" name="Shape 13"/>
          <p:cNvSpPr/>
          <p:nvPr/>
        </p:nvSpPr>
        <p:spPr>
          <a:xfrm>
            <a:off x="3086100" y="1143000"/>
            <a:ext cx="895350" cy="0"/>
          </a:xfrm>
          <a:prstGeom prst="line">
            <a:avLst/>
          </a:prstGeom>
          <a:noFill/>
          <a:ln w="17145">
            <a:solidFill>
              <a:srgbClr val="12A594"/>
            </a:solidFill>
            <a:prstDash val="solid"/>
            <a:headEnd type="none"/>
            <a:tailEnd type="triangle"/>
          </a:ln>
        </p:spPr>
      </p:sp>
      <p:sp>
        <p:nvSpPr>
          <p:cNvPr id="20" name="Shape 14"/>
          <p:cNvSpPr/>
          <p:nvPr/>
        </p:nvSpPr>
        <p:spPr>
          <a:xfrm>
            <a:off x="3162300" y="933450"/>
            <a:ext cx="419100" cy="190500"/>
          </a:xfrm>
          <a:prstGeom prst="roundRect">
            <a:avLst>
              <a:gd name="adj" fmla="val 25000"/>
            </a:avLst>
          </a:prstGeom>
          <a:solidFill>
            <a:srgbClr val="12A594"/>
          </a:solidFill>
          <a:ln/>
        </p:spPr>
      </p:sp>
      <p:sp>
        <p:nvSpPr>
          <p:cNvPr id="21" name="Text 15"/>
          <p:cNvSpPr/>
          <p:nvPr/>
        </p:nvSpPr>
        <p:spPr>
          <a:xfrm>
            <a:off x="3162300" y="962025"/>
            <a:ext cx="419100" cy="152400"/>
          </a:xfrm>
          <a:prstGeom prst="rect">
            <a:avLst/>
          </a:prstGeom>
          <a:noFill/>
          <a:ln/>
        </p:spPr>
        <p:txBody>
          <a:bodyPr wrap="square" lIns="0" tIns="0" rIns="0" bIns="0" rtlCol="0" anchor="ctr"/>
          <a:lstStyle/>
          <a:p>
            <a:pPr marL="0" indent="0" algn="ctr">
              <a:buNone/>
            </a:pPr>
            <a:r>
              <a:rPr lang="en-US" sz="788" dirty="0">
                <a:solidFill>
                  <a:srgbClr val="FFFFFF"/>
                </a:solidFill>
                <a:latin typeface="Source Sans 3 Bold" pitchFamily="34" charset="0"/>
                <a:ea typeface="Source Sans 3 Bold" pitchFamily="34" charset="-122"/>
                <a:cs typeface="Source Sans 3 Bold" pitchFamily="34" charset="-120"/>
              </a:rPr>
              <a:t>YES</a:t>
            </a:r>
            <a:endParaRPr lang="en-US" sz="788" dirty="0"/>
          </a:p>
        </p:txBody>
      </p:sp>
      <p:sp>
        <p:nvSpPr>
          <p:cNvPr id="22" name="Shape 16"/>
          <p:cNvSpPr/>
          <p:nvPr/>
        </p:nvSpPr>
        <p:spPr>
          <a:xfrm>
            <a:off x="3086100" y="2133600"/>
            <a:ext cx="0" cy="1028700"/>
          </a:xfrm>
          <a:prstGeom prst="line">
            <a:avLst/>
          </a:prstGeom>
          <a:noFill/>
          <a:ln w="17145">
            <a:solidFill>
              <a:srgbClr val="D9534F"/>
            </a:solidFill>
            <a:prstDash val="solid"/>
            <a:headEnd type="none"/>
            <a:tailEnd type="none"/>
          </a:ln>
        </p:spPr>
      </p:sp>
      <p:sp>
        <p:nvSpPr>
          <p:cNvPr id="23" name="Shape 17"/>
          <p:cNvSpPr/>
          <p:nvPr/>
        </p:nvSpPr>
        <p:spPr>
          <a:xfrm>
            <a:off x="3086100" y="3162300"/>
            <a:ext cx="895350" cy="0"/>
          </a:xfrm>
          <a:prstGeom prst="line">
            <a:avLst/>
          </a:prstGeom>
          <a:noFill/>
          <a:ln w="17145">
            <a:solidFill>
              <a:srgbClr val="D9534F"/>
            </a:solidFill>
            <a:prstDash val="solid"/>
            <a:headEnd type="none"/>
            <a:tailEnd type="triangle"/>
          </a:ln>
        </p:spPr>
      </p:sp>
      <p:sp>
        <p:nvSpPr>
          <p:cNvPr id="24" name="Shape 18"/>
          <p:cNvSpPr/>
          <p:nvPr/>
        </p:nvSpPr>
        <p:spPr>
          <a:xfrm>
            <a:off x="3162300" y="2400300"/>
            <a:ext cx="381000" cy="190500"/>
          </a:xfrm>
          <a:prstGeom prst="roundRect">
            <a:avLst>
              <a:gd name="adj" fmla="val 25000"/>
            </a:avLst>
          </a:prstGeom>
          <a:solidFill>
            <a:srgbClr val="D9534F"/>
          </a:solidFill>
          <a:ln/>
        </p:spPr>
      </p:sp>
      <p:sp>
        <p:nvSpPr>
          <p:cNvPr id="25" name="Text 19"/>
          <p:cNvSpPr/>
          <p:nvPr/>
        </p:nvSpPr>
        <p:spPr>
          <a:xfrm>
            <a:off x="3162300" y="2428875"/>
            <a:ext cx="381000" cy="152400"/>
          </a:xfrm>
          <a:prstGeom prst="rect">
            <a:avLst/>
          </a:prstGeom>
          <a:noFill/>
          <a:ln/>
        </p:spPr>
        <p:txBody>
          <a:bodyPr wrap="square" lIns="0" tIns="0" rIns="0" bIns="0" rtlCol="0" anchor="ctr"/>
          <a:lstStyle/>
          <a:p>
            <a:pPr marL="0" indent="0" algn="ctr">
              <a:buNone/>
            </a:pPr>
            <a:r>
              <a:rPr lang="en-US" sz="788" dirty="0">
                <a:solidFill>
                  <a:srgbClr val="FFFFFF"/>
                </a:solidFill>
                <a:latin typeface="Source Sans 3 Bold" pitchFamily="34" charset="0"/>
                <a:ea typeface="Source Sans 3 Bold" pitchFamily="34" charset="-122"/>
                <a:cs typeface="Source Sans 3 Bold" pitchFamily="34" charset="-120"/>
              </a:rPr>
              <a:t>NO</a:t>
            </a:r>
            <a:endParaRPr lang="en-US" sz="788" dirty="0"/>
          </a:p>
        </p:txBody>
      </p:sp>
      <p:sp>
        <p:nvSpPr>
          <p:cNvPr id="26" name="Shape 20"/>
          <p:cNvSpPr/>
          <p:nvPr/>
        </p:nvSpPr>
        <p:spPr>
          <a:xfrm>
            <a:off x="4000500" y="933450"/>
            <a:ext cx="4819650" cy="1752600"/>
          </a:xfrm>
          <a:prstGeom prst="roundRect">
            <a:avLst>
              <a:gd name="adj" fmla="val 6522"/>
            </a:avLst>
          </a:prstGeom>
          <a:solidFill>
            <a:srgbClr val="EAF8F5"/>
          </a:solidFill>
          <a:ln w="11430">
            <a:solidFill>
              <a:srgbClr val="8FD6CC"/>
            </a:solidFill>
            <a:prstDash val="solid"/>
          </a:ln>
        </p:spPr>
      </p:sp>
      <p:sp>
        <p:nvSpPr>
          <p:cNvPr id="27" name="Text 21"/>
          <p:cNvSpPr/>
          <p:nvPr/>
        </p:nvSpPr>
        <p:spPr>
          <a:xfrm>
            <a:off x="4152900" y="1047750"/>
            <a:ext cx="2857500" cy="171450"/>
          </a:xfrm>
          <a:prstGeom prst="rect">
            <a:avLst/>
          </a:prstGeom>
          <a:noFill/>
          <a:ln/>
        </p:spPr>
        <p:txBody>
          <a:bodyPr wrap="square" lIns="0" tIns="0" rIns="0" bIns="0" rtlCol="0" anchor="ctr"/>
          <a:lstStyle/>
          <a:p>
            <a:pPr marL="0" indent="0" algn="l">
              <a:buNone/>
            </a:pPr>
            <a:r>
              <a:rPr lang="en-US" sz="825" kern="0" spc="105" dirty="0">
                <a:solidFill>
                  <a:srgbClr val="0B5F55"/>
                </a:solidFill>
                <a:latin typeface="Source Sans 3 Bold" pitchFamily="34" charset="0"/>
                <a:ea typeface="Source Sans 3 Bold" pitchFamily="34" charset="-122"/>
                <a:cs typeface="Source Sans 3 Bold" pitchFamily="34" charset="-120"/>
              </a:rPr>
              <a:t>INSIDE RANGE — ATTENDANCE MARKED</a:t>
            </a:r>
            <a:endParaRPr lang="en-US" sz="825" dirty="0"/>
          </a:p>
        </p:txBody>
      </p:sp>
      <p:sp>
        <p:nvSpPr>
          <p:cNvPr id="28" name="Shape 22"/>
          <p:cNvSpPr/>
          <p:nvPr/>
        </p:nvSpPr>
        <p:spPr>
          <a:xfrm>
            <a:off x="4152900" y="1295400"/>
            <a:ext cx="1047750" cy="438150"/>
          </a:xfrm>
          <a:prstGeom prst="roundRect">
            <a:avLst>
              <a:gd name="adj" fmla="val 17391"/>
            </a:avLst>
          </a:prstGeom>
          <a:solidFill>
            <a:srgbClr val="FFFFFF"/>
          </a:solidFill>
          <a:ln w="9525">
            <a:solidFill>
              <a:srgbClr val="8FD6CC"/>
            </a:solidFill>
            <a:prstDash val="solid"/>
          </a:ln>
        </p:spPr>
      </p:sp>
      <p:pic>
        <p:nvPicPr>
          <p:cNvPr id="29" name="Image 3" descr="preencoded.png"/>
          <p:cNvPicPr>
            <a:picLocks noChangeAspect="1"/>
          </p:cNvPicPr>
          <p:nvPr/>
        </p:nvPicPr>
        <p:blipFill>
          <a:blip r:embed="rId6"/>
          <a:stretch>
            <a:fillRect/>
          </a:stretch>
        </p:blipFill>
        <p:spPr>
          <a:xfrm>
            <a:off x="4210050" y="1409700"/>
            <a:ext cx="190500" cy="190500"/>
          </a:xfrm>
          <a:prstGeom prst="rect">
            <a:avLst/>
          </a:prstGeom>
        </p:spPr>
      </p:pic>
      <p:sp>
        <p:nvSpPr>
          <p:cNvPr id="30" name="Text 23"/>
          <p:cNvSpPr/>
          <p:nvPr/>
        </p:nvSpPr>
        <p:spPr>
          <a:xfrm>
            <a:off x="4419600" y="1352550"/>
            <a:ext cx="723900" cy="323850"/>
          </a:xfrm>
          <a:prstGeom prst="rect">
            <a:avLst/>
          </a:prstGeom>
          <a:noFill/>
          <a:ln/>
        </p:spPr>
        <p:txBody>
          <a:bodyPr wrap="square" lIns="0" tIns="0" rIns="0" bIns="0" rtlCol="0" anchor="ctr"/>
          <a:lstStyle/>
          <a:p>
            <a:pPr marL="0" indent="0" algn="l">
              <a:buNone/>
            </a:pPr>
            <a:r>
              <a:rPr lang="en-US" sz="714" dirty="0">
                <a:solidFill>
                  <a:srgbClr val="0B2545"/>
                </a:solidFill>
                <a:latin typeface="Source Sans 3 Bold" pitchFamily="34" charset="0"/>
                <a:ea typeface="Source Sans 3 Bold" pitchFamily="34" charset="-122"/>
                <a:cs typeface="Source Sans 3 Bold" pitchFamily="34" charset="-120"/>
              </a:rPr>
              <a:t>Attendance link sent on WhatsApp</a:t>
            </a:r>
            <a:endParaRPr lang="en-US" sz="714" dirty="0"/>
          </a:p>
        </p:txBody>
      </p:sp>
      <p:sp>
        <p:nvSpPr>
          <p:cNvPr id="31" name="Shape 24"/>
          <p:cNvSpPr/>
          <p:nvPr/>
        </p:nvSpPr>
        <p:spPr>
          <a:xfrm>
            <a:off x="5276850" y="1295400"/>
            <a:ext cx="1009650" cy="438150"/>
          </a:xfrm>
          <a:prstGeom prst="roundRect">
            <a:avLst>
              <a:gd name="adj" fmla="val 17391"/>
            </a:avLst>
          </a:prstGeom>
          <a:solidFill>
            <a:srgbClr val="FFFFFF"/>
          </a:solidFill>
          <a:ln w="9525">
            <a:solidFill>
              <a:srgbClr val="8FD6CC"/>
            </a:solidFill>
            <a:prstDash val="solid"/>
          </a:ln>
        </p:spPr>
      </p:sp>
      <p:sp>
        <p:nvSpPr>
          <p:cNvPr id="32" name="Text 25"/>
          <p:cNvSpPr/>
          <p:nvPr/>
        </p:nvSpPr>
        <p:spPr>
          <a:xfrm>
            <a:off x="5372100" y="1352550"/>
            <a:ext cx="819150" cy="323850"/>
          </a:xfrm>
          <a:prstGeom prst="rect">
            <a:avLst/>
          </a:prstGeom>
          <a:noFill/>
          <a:ln/>
        </p:spPr>
        <p:txBody>
          <a:bodyPr wrap="square" lIns="0" tIns="0" rIns="0" bIns="0" rtlCol="0" anchor="ctr"/>
          <a:lstStyle/>
          <a:p>
            <a:pPr marL="0" indent="0" algn="l">
              <a:buNone/>
            </a:pPr>
            <a:r>
              <a:rPr lang="en-US" sz="788" dirty="0">
                <a:solidFill>
                  <a:srgbClr val="0B2545"/>
                </a:solidFill>
                <a:latin typeface="Source Sans 3 Bold" pitchFamily="34" charset="0"/>
                <a:ea typeface="Source Sans 3 Bold" pitchFamily="34" charset="-122"/>
                <a:cs typeface="Source Sans 3 Bold" pitchFamily="34" charset="-120"/>
              </a:rPr>
              <a:t>Student clicks the link &amp; logs in</a:t>
            </a:r>
            <a:endParaRPr lang="en-US" sz="788" dirty="0"/>
          </a:p>
        </p:txBody>
      </p:sp>
      <p:sp>
        <p:nvSpPr>
          <p:cNvPr id="33" name="Shape 26"/>
          <p:cNvSpPr/>
          <p:nvPr/>
        </p:nvSpPr>
        <p:spPr>
          <a:xfrm>
            <a:off x="6362700" y="1295400"/>
            <a:ext cx="1066800" cy="438150"/>
          </a:xfrm>
          <a:prstGeom prst="roundRect">
            <a:avLst>
              <a:gd name="adj" fmla="val 17391"/>
            </a:avLst>
          </a:prstGeom>
          <a:solidFill>
            <a:srgbClr val="FFFFFF"/>
          </a:solidFill>
          <a:ln w="9525">
            <a:solidFill>
              <a:srgbClr val="8FD6CC"/>
            </a:solidFill>
            <a:prstDash val="solid"/>
          </a:ln>
        </p:spPr>
      </p:sp>
      <p:pic>
        <p:nvPicPr>
          <p:cNvPr id="34" name="Image 4" descr="preencoded.png"/>
          <p:cNvPicPr>
            <a:picLocks noChangeAspect="1"/>
          </p:cNvPicPr>
          <p:nvPr/>
        </p:nvPicPr>
        <p:blipFill>
          <a:blip r:embed="rId7"/>
          <a:stretch>
            <a:fillRect/>
          </a:stretch>
        </p:blipFill>
        <p:spPr>
          <a:xfrm>
            <a:off x="6419850" y="1409700"/>
            <a:ext cx="190500" cy="190500"/>
          </a:xfrm>
          <a:prstGeom prst="rect">
            <a:avLst/>
          </a:prstGeom>
        </p:spPr>
      </p:pic>
      <p:sp>
        <p:nvSpPr>
          <p:cNvPr id="35" name="Text 27"/>
          <p:cNvSpPr/>
          <p:nvPr/>
        </p:nvSpPr>
        <p:spPr>
          <a:xfrm>
            <a:off x="6629400" y="1352550"/>
            <a:ext cx="742950" cy="323850"/>
          </a:xfrm>
          <a:prstGeom prst="rect">
            <a:avLst/>
          </a:prstGeom>
          <a:noFill/>
          <a:ln/>
        </p:spPr>
        <p:txBody>
          <a:bodyPr wrap="square" lIns="0" tIns="0" rIns="0" bIns="0" rtlCol="0" anchor="ctr"/>
          <a:lstStyle/>
          <a:p>
            <a:pPr marL="0" indent="0" algn="l">
              <a:buNone/>
            </a:pPr>
            <a:r>
              <a:rPr lang="en-US" sz="788" dirty="0">
                <a:solidFill>
                  <a:srgbClr val="0B2545"/>
                </a:solidFill>
                <a:latin typeface="Source Sans 3 Bold" pitchFamily="34" charset="0"/>
                <a:ea typeface="Source Sans 3 Bold" pitchFamily="34" charset="-122"/>
                <a:cs typeface="Source Sans 3 Bold" pitchFamily="34" charset="-120"/>
              </a:rPr>
              <a:t>Clicks “Mark Attendance”</a:t>
            </a:r>
            <a:endParaRPr lang="en-US" sz="788" dirty="0"/>
          </a:p>
        </p:txBody>
      </p:sp>
      <p:sp>
        <p:nvSpPr>
          <p:cNvPr id="36" name="Shape 28"/>
          <p:cNvSpPr/>
          <p:nvPr/>
        </p:nvSpPr>
        <p:spPr>
          <a:xfrm>
            <a:off x="7505700" y="1295400"/>
            <a:ext cx="1066800" cy="438150"/>
          </a:xfrm>
          <a:prstGeom prst="roundRect">
            <a:avLst>
              <a:gd name="adj" fmla="val 17391"/>
            </a:avLst>
          </a:prstGeom>
          <a:solidFill>
            <a:srgbClr val="12A594"/>
          </a:solidFill>
          <a:ln/>
        </p:spPr>
      </p:sp>
      <p:pic>
        <p:nvPicPr>
          <p:cNvPr id="37" name="Image 5" descr="preencoded.png"/>
          <p:cNvPicPr>
            <a:picLocks noChangeAspect="1"/>
          </p:cNvPicPr>
          <p:nvPr/>
        </p:nvPicPr>
        <p:blipFill>
          <a:blip r:embed="rId8"/>
          <a:stretch>
            <a:fillRect/>
          </a:stretch>
        </p:blipFill>
        <p:spPr>
          <a:xfrm>
            <a:off x="7562850" y="1409700"/>
            <a:ext cx="190500" cy="190500"/>
          </a:xfrm>
          <a:prstGeom prst="rect">
            <a:avLst/>
          </a:prstGeom>
        </p:spPr>
      </p:pic>
      <p:sp>
        <p:nvSpPr>
          <p:cNvPr id="38" name="Text 29"/>
          <p:cNvSpPr/>
          <p:nvPr/>
        </p:nvSpPr>
        <p:spPr>
          <a:xfrm>
            <a:off x="7772400" y="1352550"/>
            <a:ext cx="742950" cy="323850"/>
          </a:xfrm>
          <a:prstGeom prst="rect">
            <a:avLst/>
          </a:prstGeom>
          <a:noFill/>
          <a:ln/>
        </p:spPr>
        <p:txBody>
          <a:bodyPr wrap="square" lIns="0" tIns="0" rIns="0" bIns="0" rtlCol="0" anchor="ctr"/>
          <a:lstStyle/>
          <a:p>
            <a:pPr marL="0" indent="0" algn="l">
              <a:buNone/>
            </a:pPr>
            <a:r>
              <a:rPr lang="en-US" sz="710" dirty="0">
                <a:solidFill>
                  <a:srgbClr val="FFFFFF"/>
                </a:solidFill>
                <a:latin typeface="Source Sans 3 Bold" pitchFamily="34" charset="0"/>
                <a:ea typeface="Source Sans 3 Bold" pitchFamily="34" charset="-122"/>
                <a:cs typeface="Source Sans 3 Bold" pitchFamily="34" charset="-120"/>
              </a:rPr>
              <a:t>Attendance stored in database</a:t>
            </a:r>
            <a:endParaRPr lang="en-US" sz="710" dirty="0"/>
          </a:p>
        </p:txBody>
      </p:sp>
      <p:sp>
        <p:nvSpPr>
          <p:cNvPr id="39" name="Shape 30"/>
          <p:cNvSpPr/>
          <p:nvPr/>
        </p:nvSpPr>
        <p:spPr>
          <a:xfrm>
            <a:off x="5238750" y="1514475"/>
            <a:ext cx="76200" cy="0"/>
          </a:xfrm>
          <a:prstGeom prst="line">
            <a:avLst/>
          </a:prstGeom>
          <a:noFill/>
          <a:ln w="13335">
            <a:solidFill>
              <a:srgbClr val="0E8C7E"/>
            </a:solidFill>
            <a:prstDash val="solid"/>
            <a:headEnd type="none"/>
            <a:tailEnd type="triangle"/>
          </a:ln>
        </p:spPr>
      </p:sp>
      <p:sp>
        <p:nvSpPr>
          <p:cNvPr id="40" name="Shape 31"/>
          <p:cNvSpPr/>
          <p:nvPr/>
        </p:nvSpPr>
        <p:spPr>
          <a:xfrm>
            <a:off x="6324600" y="1514475"/>
            <a:ext cx="76200" cy="0"/>
          </a:xfrm>
          <a:prstGeom prst="line">
            <a:avLst/>
          </a:prstGeom>
          <a:noFill/>
          <a:ln w="13335">
            <a:solidFill>
              <a:srgbClr val="0E8C7E"/>
            </a:solidFill>
            <a:prstDash val="solid"/>
            <a:headEnd type="none"/>
            <a:tailEnd type="triangle"/>
          </a:ln>
        </p:spPr>
      </p:sp>
      <p:sp>
        <p:nvSpPr>
          <p:cNvPr id="41" name="Shape 32"/>
          <p:cNvSpPr/>
          <p:nvPr/>
        </p:nvSpPr>
        <p:spPr>
          <a:xfrm>
            <a:off x="7467600" y="1514475"/>
            <a:ext cx="76200" cy="0"/>
          </a:xfrm>
          <a:prstGeom prst="line">
            <a:avLst/>
          </a:prstGeom>
          <a:noFill/>
          <a:ln w="13335">
            <a:solidFill>
              <a:srgbClr val="0E8C7E"/>
            </a:solidFill>
            <a:prstDash val="solid"/>
            <a:headEnd type="none"/>
            <a:tailEnd type="triangle"/>
          </a:ln>
        </p:spPr>
      </p:sp>
      <p:sp>
        <p:nvSpPr>
          <p:cNvPr id="42" name="Shape 33"/>
          <p:cNvSpPr/>
          <p:nvPr/>
        </p:nvSpPr>
        <p:spPr>
          <a:xfrm>
            <a:off x="8096250" y="1752600"/>
            <a:ext cx="0" cy="133350"/>
          </a:xfrm>
          <a:prstGeom prst="line">
            <a:avLst/>
          </a:prstGeom>
          <a:noFill/>
          <a:ln w="14288">
            <a:solidFill>
              <a:srgbClr val="0E8C7E"/>
            </a:solidFill>
            <a:prstDash val="solid"/>
            <a:headEnd type="none"/>
            <a:tailEnd type="triangle"/>
          </a:ln>
        </p:spPr>
      </p:sp>
      <p:sp>
        <p:nvSpPr>
          <p:cNvPr id="43" name="Shape 34"/>
          <p:cNvSpPr/>
          <p:nvPr/>
        </p:nvSpPr>
        <p:spPr>
          <a:xfrm>
            <a:off x="4152900" y="1905000"/>
            <a:ext cx="4514850" cy="590550"/>
          </a:xfrm>
          <a:prstGeom prst="roundRect">
            <a:avLst>
              <a:gd name="adj" fmla="val 14516"/>
            </a:avLst>
          </a:prstGeom>
          <a:solidFill>
            <a:srgbClr val="FFFFFF"/>
          </a:solidFill>
          <a:ln w="11430">
            <a:solidFill>
              <a:srgbClr val="8FD6CC"/>
            </a:solidFill>
            <a:prstDash val="solid"/>
          </a:ln>
        </p:spPr>
      </p:sp>
      <p:sp>
        <p:nvSpPr>
          <p:cNvPr id="44" name="Shape 35"/>
          <p:cNvSpPr/>
          <p:nvPr/>
        </p:nvSpPr>
        <p:spPr>
          <a:xfrm>
            <a:off x="4286250" y="2038350"/>
            <a:ext cx="323850" cy="323850"/>
          </a:xfrm>
          <a:prstGeom prst="roundRect">
            <a:avLst>
              <a:gd name="adj" fmla="val 23529"/>
            </a:avLst>
          </a:prstGeom>
          <a:solidFill>
            <a:srgbClr val="DDF5F1"/>
          </a:solidFill>
          <a:ln/>
        </p:spPr>
      </p:sp>
      <p:pic>
        <p:nvPicPr>
          <p:cNvPr id="45" name="Image 6" descr="preencoded.png"/>
          <p:cNvPicPr>
            <a:picLocks noChangeAspect="1"/>
          </p:cNvPicPr>
          <p:nvPr/>
        </p:nvPicPr>
        <p:blipFill>
          <a:blip r:embed="rId9"/>
          <a:stretch>
            <a:fillRect/>
          </a:stretch>
        </p:blipFill>
        <p:spPr>
          <a:xfrm>
            <a:off x="4343400" y="2095500"/>
            <a:ext cx="209550" cy="209550"/>
          </a:xfrm>
          <a:prstGeom prst="rect">
            <a:avLst/>
          </a:prstGeom>
        </p:spPr>
      </p:pic>
      <p:sp>
        <p:nvSpPr>
          <p:cNvPr id="46" name="Text 36"/>
          <p:cNvSpPr/>
          <p:nvPr/>
        </p:nvSpPr>
        <p:spPr>
          <a:xfrm>
            <a:off x="4705350" y="2019300"/>
            <a:ext cx="3810000" cy="171450"/>
          </a:xfrm>
          <a:prstGeom prst="rect">
            <a:avLst/>
          </a:prstGeom>
          <a:noFill/>
          <a:ln/>
        </p:spPr>
        <p:txBody>
          <a:bodyPr wrap="square" lIns="0" tIns="0" rIns="0" bIns="0" rtlCol="0" anchor="ctr"/>
          <a:lstStyle/>
          <a:p>
            <a:pPr marL="0" indent="0" algn="l">
              <a:buNone/>
            </a:pPr>
            <a:r>
              <a:rPr lang="en-US" sz="825" dirty="0">
                <a:solidFill>
                  <a:srgbClr val="0B5F55"/>
                </a:solidFill>
                <a:latin typeface="Source Sans 3 Bold" pitchFamily="34" charset="0"/>
                <a:ea typeface="Source Sans 3 Bold" pitchFamily="34" charset="-122"/>
                <a:cs typeface="Source Sans 3 Bold" pitchFamily="34" charset="-120"/>
              </a:rPr>
              <a:t>PARENT RECEIVES WHATSAPP MESSAGE</a:t>
            </a:r>
            <a:endParaRPr lang="en-US" sz="825" dirty="0"/>
          </a:p>
        </p:txBody>
      </p:sp>
      <p:sp>
        <p:nvSpPr>
          <p:cNvPr id="47" name="Text 37"/>
          <p:cNvSpPr/>
          <p:nvPr/>
        </p:nvSpPr>
        <p:spPr>
          <a:xfrm>
            <a:off x="4705350" y="2190750"/>
            <a:ext cx="3810000" cy="209550"/>
          </a:xfrm>
          <a:prstGeom prst="rect">
            <a:avLst/>
          </a:prstGeom>
          <a:noFill/>
          <a:ln/>
        </p:spPr>
        <p:txBody>
          <a:bodyPr wrap="square" lIns="0" tIns="0" rIns="0" bIns="0" rtlCol="0" anchor="ctr"/>
          <a:lstStyle/>
          <a:p>
            <a:pPr marL="0" indent="0" algn="l">
              <a:buNone/>
            </a:pPr>
            <a:r>
              <a:rPr lang="en-US" sz="1013" dirty="0">
                <a:solidFill>
                  <a:srgbClr val="0B2545"/>
                </a:solidFill>
                <a:latin typeface="Source Sans 3 Bold" pitchFamily="34" charset="0"/>
                <a:ea typeface="Source Sans 3 Bold" pitchFamily="34" charset="-122"/>
                <a:cs typeface="Source Sans 3 Bold" pitchFamily="34" charset="-120"/>
              </a:rPr>
              <a:t>“Your child has arrived at class.”</a:t>
            </a:r>
            <a:endParaRPr lang="en-US" sz="1013" dirty="0"/>
          </a:p>
        </p:txBody>
      </p:sp>
      <p:sp>
        <p:nvSpPr>
          <p:cNvPr id="48" name="Shape 38"/>
          <p:cNvSpPr/>
          <p:nvPr/>
        </p:nvSpPr>
        <p:spPr>
          <a:xfrm>
            <a:off x="4000500" y="2800350"/>
            <a:ext cx="4819650" cy="1143000"/>
          </a:xfrm>
          <a:prstGeom prst="roundRect">
            <a:avLst>
              <a:gd name="adj" fmla="val 10000"/>
            </a:avLst>
          </a:prstGeom>
          <a:solidFill>
            <a:srgbClr val="FDECEB"/>
          </a:solidFill>
          <a:ln w="11430">
            <a:solidFill>
              <a:srgbClr val="EFB0AD"/>
            </a:solidFill>
            <a:prstDash val="solid"/>
          </a:ln>
        </p:spPr>
      </p:sp>
      <p:sp>
        <p:nvSpPr>
          <p:cNvPr id="49" name="Text 39"/>
          <p:cNvSpPr/>
          <p:nvPr/>
        </p:nvSpPr>
        <p:spPr>
          <a:xfrm>
            <a:off x="4152900" y="2914650"/>
            <a:ext cx="3048000" cy="171450"/>
          </a:xfrm>
          <a:prstGeom prst="rect">
            <a:avLst/>
          </a:prstGeom>
          <a:noFill/>
          <a:ln/>
        </p:spPr>
        <p:txBody>
          <a:bodyPr wrap="square" lIns="0" tIns="0" rIns="0" bIns="0" rtlCol="0" anchor="ctr"/>
          <a:lstStyle/>
          <a:p>
            <a:pPr marL="0" indent="0" algn="l">
              <a:buNone/>
            </a:pPr>
            <a:r>
              <a:rPr lang="en-US" sz="825" kern="0" spc="105" dirty="0">
                <a:solidFill>
                  <a:srgbClr val="A32E2A"/>
                </a:solidFill>
                <a:latin typeface="Source Sans 3 Bold" pitchFamily="34" charset="0"/>
                <a:ea typeface="Source Sans 3 Bold" pitchFamily="34" charset="-122"/>
                <a:cs typeface="Source Sans 3 Bold" pitchFamily="34" charset="-120"/>
              </a:rPr>
              <a:t>OUTSIDE RANGE — NOT MARKED</a:t>
            </a:r>
            <a:endParaRPr lang="en-US" sz="825" dirty="0"/>
          </a:p>
        </p:txBody>
      </p:sp>
      <p:sp>
        <p:nvSpPr>
          <p:cNvPr id="50" name="Shape 40"/>
          <p:cNvSpPr/>
          <p:nvPr/>
        </p:nvSpPr>
        <p:spPr>
          <a:xfrm>
            <a:off x="4152900" y="3143250"/>
            <a:ext cx="2209800" cy="285750"/>
          </a:xfrm>
          <a:prstGeom prst="roundRect">
            <a:avLst>
              <a:gd name="adj" fmla="val 26667"/>
            </a:avLst>
          </a:prstGeom>
          <a:solidFill>
            <a:srgbClr val="FFFFFF"/>
          </a:solidFill>
          <a:ln w="9525">
            <a:solidFill>
              <a:srgbClr val="EFB0AD"/>
            </a:solidFill>
            <a:prstDash val="solid"/>
          </a:ln>
        </p:spPr>
      </p:sp>
      <p:sp>
        <p:nvSpPr>
          <p:cNvPr id="51" name="Text 41"/>
          <p:cNvSpPr/>
          <p:nvPr/>
        </p:nvSpPr>
        <p:spPr>
          <a:xfrm>
            <a:off x="4267200" y="3200400"/>
            <a:ext cx="1981200" cy="190500"/>
          </a:xfrm>
          <a:prstGeom prst="rect">
            <a:avLst/>
          </a:prstGeom>
          <a:noFill/>
          <a:ln/>
        </p:spPr>
        <p:txBody>
          <a:bodyPr wrap="square" lIns="0" tIns="0" rIns="0" bIns="0" rtlCol="0" anchor="ctr"/>
          <a:lstStyle/>
          <a:p>
            <a:pPr marL="0" indent="0" algn="l">
              <a:buNone/>
            </a:pPr>
            <a:r>
              <a:rPr lang="en-US" sz="863" dirty="0">
                <a:solidFill>
                  <a:srgbClr val="0B2545"/>
                </a:solidFill>
                <a:latin typeface="Source Sans 3 Bold" pitchFamily="34" charset="0"/>
                <a:ea typeface="Source Sans 3 Bold" pitchFamily="34" charset="-122"/>
                <a:cs typeface="Source Sans 3 Bold" pitchFamily="34" charset="-120"/>
              </a:rPr>
              <a:t>Attendance link is NOT sent</a:t>
            </a:r>
            <a:endParaRPr lang="en-US" sz="863" dirty="0"/>
          </a:p>
        </p:txBody>
      </p:sp>
      <p:sp>
        <p:nvSpPr>
          <p:cNvPr id="52" name="Shape 42"/>
          <p:cNvSpPr/>
          <p:nvPr/>
        </p:nvSpPr>
        <p:spPr>
          <a:xfrm>
            <a:off x="6457950" y="3143250"/>
            <a:ext cx="2209800" cy="285750"/>
          </a:xfrm>
          <a:prstGeom prst="roundRect">
            <a:avLst>
              <a:gd name="adj" fmla="val 26667"/>
            </a:avLst>
          </a:prstGeom>
          <a:solidFill>
            <a:srgbClr val="FFFFFF"/>
          </a:solidFill>
          <a:ln w="9525">
            <a:solidFill>
              <a:srgbClr val="EFB0AD"/>
            </a:solidFill>
            <a:prstDash val="solid"/>
          </a:ln>
        </p:spPr>
      </p:sp>
      <p:sp>
        <p:nvSpPr>
          <p:cNvPr id="53" name="Text 43"/>
          <p:cNvSpPr/>
          <p:nvPr/>
        </p:nvSpPr>
        <p:spPr>
          <a:xfrm>
            <a:off x="6572250" y="3200400"/>
            <a:ext cx="1981200" cy="190500"/>
          </a:xfrm>
          <a:prstGeom prst="rect">
            <a:avLst/>
          </a:prstGeom>
          <a:noFill/>
          <a:ln/>
        </p:spPr>
        <p:txBody>
          <a:bodyPr wrap="square" lIns="0" tIns="0" rIns="0" bIns="0" rtlCol="0" anchor="ctr"/>
          <a:lstStyle/>
          <a:p>
            <a:pPr marL="0" indent="0" algn="l">
              <a:buNone/>
            </a:pPr>
            <a:r>
              <a:rPr lang="en-US" sz="863" dirty="0">
                <a:solidFill>
                  <a:srgbClr val="0B2545"/>
                </a:solidFill>
                <a:latin typeface="Source Sans 3 Bold" pitchFamily="34" charset="0"/>
                <a:ea typeface="Source Sans 3 Bold" pitchFamily="34" charset="-122"/>
                <a:cs typeface="Source Sans 3 Bold" pitchFamily="34" charset="-120"/>
              </a:rPr>
              <a:t>Attendance not recorded</a:t>
            </a:r>
            <a:endParaRPr lang="en-US" sz="863" dirty="0"/>
          </a:p>
        </p:txBody>
      </p:sp>
      <p:sp>
        <p:nvSpPr>
          <p:cNvPr id="54" name="Shape 44"/>
          <p:cNvSpPr/>
          <p:nvPr/>
        </p:nvSpPr>
        <p:spPr>
          <a:xfrm>
            <a:off x="4152900" y="3505200"/>
            <a:ext cx="4514850" cy="323850"/>
          </a:xfrm>
          <a:prstGeom prst="roundRect">
            <a:avLst>
              <a:gd name="adj" fmla="val 23529"/>
            </a:avLst>
          </a:prstGeom>
          <a:solidFill>
            <a:srgbClr val="D9534F"/>
          </a:solidFill>
          <a:ln/>
        </p:spPr>
      </p:sp>
      <p:pic>
        <p:nvPicPr>
          <p:cNvPr id="55" name="Image 7" descr="preencoded.png"/>
          <p:cNvPicPr>
            <a:picLocks noChangeAspect="1"/>
          </p:cNvPicPr>
          <p:nvPr/>
        </p:nvPicPr>
        <p:blipFill>
          <a:blip r:embed="rId10"/>
          <a:stretch>
            <a:fillRect/>
          </a:stretch>
        </p:blipFill>
        <p:spPr>
          <a:xfrm>
            <a:off x="4248150" y="3562350"/>
            <a:ext cx="209550" cy="209550"/>
          </a:xfrm>
          <a:prstGeom prst="rect">
            <a:avLst/>
          </a:prstGeom>
        </p:spPr>
      </p:pic>
      <p:sp>
        <p:nvSpPr>
          <p:cNvPr id="56" name="Text 45"/>
          <p:cNvSpPr/>
          <p:nvPr/>
        </p:nvSpPr>
        <p:spPr>
          <a:xfrm>
            <a:off x="4514850" y="3571875"/>
            <a:ext cx="4038600" cy="190500"/>
          </a:xfrm>
          <a:prstGeom prst="rect">
            <a:avLst/>
          </a:prstGeom>
          <a:noFill/>
          <a:ln/>
        </p:spPr>
        <p:txBody>
          <a:bodyPr wrap="square" lIns="0" tIns="0" rIns="0" bIns="0" rtlCol="0" anchor="ctr"/>
          <a:lstStyle/>
          <a:p>
            <a:pPr marL="0" indent="0" algn="l">
              <a:buNone/>
            </a:pPr>
            <a:r>
              <a:rPr lang="en-US" sz="938" dirty="0">
                <a:solidFill>
                  <a:srgbClr val="FFFFFF"/>
                </a:solidFill>
                <a:latin typeface="Source Sans 3 Bold" pitchFamily="34" charset="0"/>
                <a:ea typeface="Source Sans 3 Bold" pitchFamily="34" charset="-122"/>
                <a:cs typeface="Source Sans 3 Bold" pitchFamily="34" charset="-120"/>
              </a:rPr>
              <a:t>Parent alerted: “Your child has not arrived at class.”</a:t>
            </a:r>
            <a:endParaRPr lang="en-US" sz="938" dirty="0"/>
          </a:p>
        </p:txBody>
      </p:sp>
      <p:sp>
        <p:nvSpPr>
          <p:cNvPr id="57" name="Shape 46"/>
          <p:cNvSpPr/>
          <p:nvPr/>
        </p:nvSpPr>
        <p:spPr>
          <a:xfrm>
            <a:off x="323850" y="4057650"/>
            <a:ext cx="8496300" cy="723900"/>
          </a:xfrm>
          <a:prstGeom prst="roundRect">
            <a:avLst>
              <a:gd name="adj" fmla="val 18421"/>
            </a:avLst>
          </a:prstGeom>
          <a:solidFill>
            <a:srgbClr val="0B2545"/>
          </a:solidFill>
          <a:ln/>
        </p:spPr>
      </p:sp>
      <p:sp>
        <p:nvSpPr>
          <p:cNvPr id="58" name="Shape 47"/>
          <p:cNvSpPr/>
          <p:nvPr/>
        </p:nvSpPr>
        <p:spPr>
          <a:xfrm>
            <a:off x="514350" y="4210050"/>
            <a:ext cx="1943100" cy="419100"/>
          </a:xfrm>
          <a:prstGeom prst="roundRect">
            <a:avLst>
              <a:gd name="adj" fmla="val 20455"/>
            </a:avLst>
          </a:prstGeom>
          <a:solidFill>
            <a:srgbClr val="FFFFFF">
              <a:alpha val="8000"/>
            </a:srgbClr>
          </a:solidFill>
          <a:ln/>
        </p:spPr>
      </p:sp>
      <p:pic>
        <p:nvPicPr>
          <p:cNvPr id="59" name="Image 8" descr="preencoded.png"/>
          <p:cNvPicPr>
            <a:picLocks noChangeAspect="1"/>
          </p:cNvPicPr>
          <p:nvPr/>
        </p:nvPicPr>
        <p:blipFill>
          <a:blip r:embed="rId11"/>
          <a:stretch>
            <a:fillRect/>
          </a:stretch>
        </p:blipFill>
        <p:spPr>
          <a:xfrm>
            <a:off x="609600" y="4314825"/>
            <a:ext cx="200025" cy="200025"/>
          </a:xfrm>
          <a:prstGeom prst="rect">
            <a:avLst/>
          </a:prstGeom>
        </p:spPr>
      </p:pic>
      <p:sp>
        <p:nvSpPr>
          <p:cNvPr id="60" name="Text 48"/>
          <p:cNvSpPr/>
          <p:nvPr/>
        </p:nvSpPr>
        <p:spPr>
          <a:xfrm>
            <a:off x="857250" y="4324350"/>
            <a:ext cx="1524000" cy="190500"/>
          </a:xfrm>
          <a:prstGeom prst="rect">
            <a:avLst/>
          </a:prstGeom>
          <a:noFill/>
          <a:ln/>
        </p:spPr>
        <p:txBody>
          <a:bodyPr wrap="square" lIns="0" tIns="0" rIns="0" bIns="0" rtlCol="0" anchor="ctr"/>
          <a:lstStyle/>
          <a:p>
            <a:pPr marL="0" indent="0" algn="l">
              <a:buNone/>
            </a:pPr>
            <a:r>
              <a:rPr lang="en-US" sz="900" dirty="0">
                <a:solidFill>
                  <a:srgbClr val="FFFFFF"/>
                </a:solidFill>
                <a:latin typeface="Source Sans 3 Bold" pitchFamily="34" charset="0"/>
                <a:ea typeface="Source Sans 3 Bold" pitchFamily="34" charset="-122"/>
                <a:cs typeface="Source Sans 3 Bold" pitchFamily="34" charset="-120"/>
              </a:rPr>
              <a:t>Location verification</a:t>
            </a:r>
            <a:endParaRPr lang="en-US" sz="900" dirty="0"/>
          </a:p>
        </p:txBody>
      </p:sp>
      <p:sp>
        <p:nvSpPr>
          <p:cNvPr id="61" name="Shape 49"/>
          <p:cNvSpPr/>
          <p:nvPr/>
        </p:nvSpPr>
        <p:spPr>
          <a:xfrm>
            <a:off x="2571750" y="4210050"/>
            <a:ext cx="1943100" cy="419100"/>
          </a:xfrm>
          <a:prstGeom prst="roundRect">
            <a:avLst>
              <a:gd name="adj" fmla="val 20455"/>
            </a:avLst>
          </a:prstGeom>
          <a:solidFill>
            <a:srgbClr val="FFFFFF">
              <a:alpha val="8000"/>
            </a:srgbClr>
          </a:solidFill>
          <a:ln/>
        </p:spPr>
      </p:sp>
      <p:pic>
        <p:nvPicPr>
          <p:cNvPr id="62" name="Image 9" descr="preencoded.png"/>
          <p:cNvPicPr>
            <a:picLocks noChangeAspect="1"/>
          </p:cNvPicPr>
          <p:nvPr/>
        </p:nvPicPr>
        <p:blipFill>
          <a:blip r:embed="rId12"/>
          <a:stretch>
            <a:fillRect/>
          </a:stretch>
        </p:blipFill>
        <p:spPr>
          <a:xfrm>
            <a:off x="2667000" y="4314825"/>
            <a:ext cx="200025" cy="200025"/>
          </a:xfrm>
          <a:prstGeom prst="rect">
            <a:avLst/>
          </a:prstGeom>
        </p:spPr>
      </p:pic>
      <p:sp>
        <p:nvSpPr>
          <p:cNvPr id="63" name="Text 50"/>
          <p:cNvSpPr/>
          <p:nvPr/>
        </p:nvSpPr>
        <p:spPr>
          <a:xfrm>
            <a:off x="2914650" y="4324350"/>
            <a:ext cx="1524000" cy="190500"/>
          </a:xfrm>
          <a:prstGeom prst="rect">
            <a:avLst/>
          </a:prstGeom>
          <a:noFill/>
          <a:ln/>
        </p:spPr>
        <p:txBody>
          <a:bodyPr wrap="square" lIns="0" tIns="0" rIns="0" bIns="0" rtlCol="0" anchor="ctr"/>
          <a:lstStyle/>
          <a:p>
            <a:pPr marL="0" indent="0" algn="l">
              <a:buNone/>
            </a:pPr>
            <a:r>
              <a:rPr lang="en-US" sz="900" dirty="0">
                <a:solidFill>
                  <a:srgbClr val="FFFFFF"/>
                </a:solidFill>
                <a:latin typeface="Source Sans 3 Bold" pitchFamily="34" charset="0"/>
                <a:ea typeface="Source Sans 3 Bold" pitchFamily="34" charset="-122"/>
                <a:cs typeface="Source Sans 3 Bold" pitchFamily="34" charset="-120"/>
              </a:rPr>
              <a:t>Reduces proxy attendance</a:t>
            </a:r>
            <a:endParaRPr lang="en-US" sz="900" dirty="0"/>
          </a:p>
        </p:txBody>
      </p:sp>
      <p:sp>
        <p:nvSpPr>
          <p:cNvPr id="64" name="Shape 51"/>
          <p:cNvSpPr/>
          <p:nvPr/>
        </p:nvSpPr>
        <p:spPr>
          <a:xfrm>
            <a:off x="4629150" y="4210050"/>
            <a:ext cx="1943100" cy="419100"/>
          </a:xfrm>
          <a:prstGeom prst="roundRect">
            <a:avLst>
              <a:gd name="adj" fmla="val 20455"/>
            </a:avLst>
          </a:prstGeom>
          <a:solidFill>
            <a:srgbClr val="FFFFFF">
              <a:alpha val="8000"/>
            </a:srgbClr>
          </a:solidFill>
          <a:ln/>
        </p:spPr>
      </p:sp>
      <p:pic>
        <p:nvPicPr>
          <p:cNvPr id="65" name="Image 10" descr="preencoded.png"/>
          <p:cNvPicPr>
            <a:picLocks noChangeAspect="1"/>
          </p:cNvPicPr>
          <p:nvPr/>
        </p:nvPicPr>
        <p:blipFill>
          <a:blip r:embed="rId13"/>
          <a:stretch>
            <a:fillRect/>
          </a:stretch>
        </p:blipFill>
        <p:spPr>
          <a:xfrm>
            <a:off x="4724400" y="4314825"/>
            <a:ext cx="200025" cy="200025"/>
          </a:xfrm>
          <a:prstGeom prst="rect">
            <a:avLst/>
          </a:prstGeom>
        </p:spPr>
      </p:pic>
      <p:sp>
        <p:nvSpPr>
          <p:cNvPr id="66" name="Text 52"/>
          <p:cNvSpPr/>
          <p:nvPr/>
        </p:nvSpPr>
        <p:spPr>
          <a:xfrm>
            <a:off x="4972050" y="4324350"/>
            <a:ext cx="1524000" cy="190500"/>
          </a:xfrm>
          <a:prstGeom prst="rect">
            <a:avLst/>
          </a:prstGeom>
          <a:noFill/>
          <a:ln/>
        </p:spPr>
        <p:txBody>
          <a:bodyPr wrap="square" lIns="0" tIns="0" rIns="0" bIns="0" rtlCol="0" anchor="ctr"/>
          <a:lstStyle/>
          <a:p>
            <a:pPr marL="0" indent="0" algn="l">
              <a:buNone/>
            </a:pPr>
            <a:r>
              <a:rPr lang="en-US" sz="900" dirty="0">
                <a:solidFill>
                  <a:srgbClr val="FFFFFF"/>
                </a:solidFill>
                <a:latin typeface="Source Sans 3 Bold" pitchFamily="34" charset="0"/>
                <a:ea typeface="Source Sans 3 Bold" pitchFamily="34" charset="-122"/>
                <a:cs typeface="Source Sans 3 Bold" pitchFamily="34" charset="-120"/>
              </a:rPr>
              <a:t>Automated parent updates</a:t>
            </a:r>
            <a:endParaRPr lang="en-US" sz="900" dirty="0"/>
          </a:p>
        </p:txBody>
      </p:sp>
      <p:sp>
        <p:nvSpPr>
          <p:cNvPr id="67" name="Shape 53"/>
          <p:cNvSpPr/>
          <p:nvPr/>
        </p:nvSpPr>
        <p:spPr>
          <a:xfrm>
            <a:off x="6686550" y="4210050"/>
            <a:ext cx="1943100" cy="419100"/>
          </a:xfrm>
          <a:prstGeom prst="roundRect">
            <a:avLst>
              <a:gd name="adj" fmla="val 20455"/>
            </a:avLst>
          </a:prstGeom>
          <a:solidFill>
            <a:srgbClr val="FFFFFF">
              <a:alpha val="8000"/>
            </a:srgbClr>
          </a:solidFill>
          <a:ln/>
        </p:spPr>
      </p:sp>
      <p:pic>
        <p:nvPicPr>
          <p:cNvPr id="68" name="Image 11" descr="preencoded.png"/>
          <p:cNvPicPr>
            <a:picLocks noChangeAspect="1"/>
          </p:cNvPicPr>
          <p:nvPr/>
        </p:nvPicPr>
        <p:blipFill>
          <a:blip r:embed="rId14"/>
          <a:stretch>
            <a:fillRect/>
          </a:stretch>
        </p:blipFill>
        <p:spPr>
          <a:xfrm>
            <a:off x="6781800" y="4314825"/>
            <a:ext cx="200025" cy="200025"/>
          </a:xfrm>
          <a:prstGeom prst="rect">
            <a:avLst/>
          </a:prstGeom>
        </p:spPr>
      </p:pic>
      <p:sp>
        <p:nvSpPr>
          <p:cNvPr id="69" name="Text 54"/>
          <p:cNvSpPr/>
          <p:nvPr/>
        </p:nvSpPr>
        <p:spPr>
          <a:xfrm>
            <a:off x="7029450" y="4324350"/>
            <a:ext cx="1524000" cy="190500"/>
          </a:xfrm>
          <a:prstGeom prst="rect">
            <a:avLst/>
          </a:prstGeom>
          <a:noFill/>
          <a:ln/>
        </p:spPr>
        <p:txBody>
          <a:bodyPr wrap="square" lIns="0" tIns="0" rIns="0" bIns="0" rtlCol="0" anchor="ctr"/>
          <a:lstStyle/>
          <a:p>
            <a:pPr marL="0" indent="0" algn="l">
              <a:buNone/>
            </a:pPr>
            <a:r>
              <a:rPr lang="en-US" sz="900" dirty="0">
                <a:solidFill>
                  <a:srgbClr val="FFFFFF"/>
                </a:solidFill>
                <a:latin typeface="Source Sans 3 Bold" pitchFamily="34" charset="0"/>
                <a:ea typeface="Source Sans 3 Bold" pitchFamily="34" charset="-122"/>
                <a:cs typeface="Source Sans 3 Bold" pitchFamily="34" charset="-120"/>
              </a:rPr>
              <a:t>Faster attendance process</a:t>
            </a:r>
            <a:endParaRPr lang="en-US" sz="900" dirty="0"/>
          </a:p>
        </p:txBody>
      </p:sp>
      <p:sp>
        <p:nvSpPr>
          <p:cNvPr id="2" name="TextBox 1">
            <a:extLst>
              <a:ext uri="{FF2B5EF4-FFF2-40B4-BE49-F238E27FC236}">
                <a16:creationId xmlns:a16="http://schemas.microsoft.com/office/drawing/2014/main" id="{AE12069E-1894-0B9A-5871-75291580BA5B}"/>
              </a:ext>
            </a:extLst>
          </p:cNvPr>
          <p:cNvSpPr txBox="1"/>
          <p:nvPr/>
        </p:nvSpPr>
        <p:spPr>
          <a:xfrm>
            <a:off x="2519437" y="1521678"/>
            <a:ext cx="1162050" cy="553998"/>
          </a:xfrm>
          <a:prstGeom prst="rect">
            <a:avLst/>
          </a:prstGeom>
          <a:noFill/>
        </p:spPr>
        <p:txBody>
          <a:bodyPr wrap="square" rtlCol="0">
            <a:spAutoFit/>
          </a:bodyPr>
          <a:lstStyle/>
          <a:p>
            <a:pPr algn="ctr"/>
            <a:r>
              <a:rPr lang="en-IN" sz="1000" b="1" dirty="0">
                <a:solidFill>
                  <a:schemeClr val="bg1"/>
                </a:solidFill>
              </a:rPr>
              <a:t>Inside Geofence Range?</a:t>
            </a:r>
          </a:p>
          <a:p>
            <a:endParaRPr lang="en-IN" sz="1000" dirty="0">
              <a:solidFill>
                <a:schemeClr val="bg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2545"/>
        </a:solidFill>
        <a:effectLst/>
      </p:bgPr>
    </p:bg>
    <p:spTree>
      <p:nvGrpSpPr>
        <p:cNvPr id="1" name=""/>
        <p:cNvGrpSpPr/>
        <p:nvPr/>
      </p:nvGrpSpPr>
      <p:grpSpPr>
        <a:xfrm>
          <a:off x="0" y="0"/>
          <a:ext cx="0" cy="0"/>
          <a:chOff x="0" y="0"/>
          <a:chExt cx="0" cy="0"/>
        </a:xfrm>
      </p:grpSpPr>
      <p:sp>
        <p:nvSpPr>
          <p:cNvPr id="3" name="Shape 0"/>
          <p:cNvSpPr/>
          <p:nvPr/>
        </p:nvSpPr>
        <p:spPr>
          <a:xfrm>
            <a:off x="0" y="0"/>
            <a:ext cx="9144000" cy="28575"/>
          </a:xfrm>
          <a:prstGeom prst="rect">
            <a:avLst/>
          </a:prstGeom>
          <a:solidFill>
            <a:srgbClr val="F2A63B"/>
          </a:solidFill>
          <a:ln/>
        </p:spPr>
      </p:sp>
      <p:sp>
        <p:nvSpPr>
          <p:cNvPr id="4" name="Text 1"/>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rgbClr val="FFFFFF"/>
                </a:solidFill>
                <a:latin typeface="Space Grotesk Bold" pitchFamily="34" charset="0"/>
                <a:ea typeface="Space Grotesk Bold" pitchFamily="34" charset="-122"/>
                <a:cs typeface="Space Grotesk Bold" pitchFamily="34" charset="-120"/>
              </a:rPr>
              <a:t>Entity Relationship (ER) Diagram</a:t>
            </a:r>
            <a:endParaRPr lang="en-US" sz="1650" dirty="0"/>
          </a:p>
        </p:txBody>
      </p:sp>
      <p:sp>
        <p:nvSpPr>
          <p:cNvPr id="5" name="Text 2"/>
          <p:cNvSpPr/>
          <p:nvPr/>
        </p:nvSpPr>
        <p:spPr>
          <a:xfrm>
            <a:off x="323850" y="438150"/>
            <a:ext cx="5715000" cy="171450"/>
          </a:xfrm>
          <a:prstGeom prst="rect">
            <a:avLst/>
          </a:prstGeom>
          <a:noFill/>
          <a:ln/>
        </p:spPr>
        <p:txBody>
          <a:bodyPr wrap="square" lIns="0" tIns="0" rIns="0" bIns="0" rtlCol="0" anchor="ctr"/>
          <a:lstStyle/>
          <a:p>
            <a:pPr marL="0" indent="0" algn="l">
              <a:buNone/>
            </a:pPr>
            <a:r>
              <a:rPr lang="en-US" sz="863" dirty="0">
                <a:solidFill>
                  <a:srgbClr val="9FC4EC"/>
                </a:solidFill>
                <a:latin typeface="Source Sans 3" pitchFamily="34" charset="0"/>
                <a:ea typeface="Source Sans 3" pitchFamily="34" charset="-122"/>
                <a:cs typeface="Source Sans 3" pitchFamily="34" charset="-120"/>
              </a:rPr>
              <a:t>Database structure of the Smart Portal — entities, attributes, primary keys, foreign keys and relationships.</a:t>
            </a:r>
            <a:endParaRPr lang="en-US" sz="863" dirty="0"/>
          </a:p>
        </p:txBody>
      </p:sp>
      <p:sp>
        <p:nvSpPr>
          <p:cNvPr id="6" name="Text 3"/>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06</a:t>
            </a:r>
            <a:endParaRPr lang="en-US" sz="900" dirty="0"/>
          </a:p>
        </p:txBody>
      </p:sp>
      <p:sp>
        <p:nvSpPr>
          <p:cNvPr id="7" name="Shape 4"/>
          <p:cNvSpPr/>
          <p:nvPr/>
        </p:nvSpPr>
        <p:spPr>
          <a:xfrm>
            <a:off x="6134100" y="133350"/>
            <a:ext cx="1562100" cy="323850"/>
          </a:xfrm>
          <a:prstGeom prst="roundRect">
            <a:avLst>
              <a:gd name="adj" fmla="val 23529"/>
            </a:avLst>
          </a:prstGeom>
          <a:solidFill>
            <a:srgbClr val="FFFFFF">
              <a:alpha val="10000"/>
            </a:srgbClr>
          </a:solidFill>
          <a:ln w="9525">
            <a:solidFill>
              <a:srgbClr val="7FB6F5">
                <a:alpha val="40000"/>
              </a:srgbClr>
            </a:solidFill>
            <a:prstDash val="solid"/>
          </a:ln>
        </p:spPr>
      </p:sp>
      <p:pic>
        <p:nvPicPr>
          <p:cNvPr id="8" name="Image 0" descr="preencoded.png"/>
          <p:cNvPicPr>
            <a:picLocks noChangeAspect="1"/>
          </p:cNvPicPr>
          <p:nvPr/>
        </p:nvPicPr>
        <p:blipFill>
          <a:blip r:embed="rId3"/>
          <a:stretch>
            <a:fillRect/>
          </a:stretch>
        </p:blipFill>
        <p:spPr>
          <a:xfrm>
            <a:off x="6210300" y="190500"/>
            <a:ext cx="200025" cy="200025"/>
          </a:xfrm>
          <a:prstGeom prst="rect">
            <a:avLst/>
          </a:prstGeom>
        </p:spPr>
      </p:pic>
      <p:sp>
        <p:nvSpPr>
          <p:cNvPr id="9" name="Text 5"/>
          <p:cNvSpPr/>
          <p:nvPr/>
        </p:nvSpPr>
        <p:spPr>
          <a:xfrm>
            <a:off x="6448425" y="209550"/>
            <a:ext cx="1162050" cy="171450"/>
          </a:xfrm>
          <a:prstGeom prst="rect">
            <a:avLst/>
          </a:prstGeom>
          <a:noFill/>
          <a:ln/>
        </p:spPr>
        <p:txBody>
          <a:bodyPr wrap="square" lIns="0" tIns="0" rIns="0" bIns="0" rtlCol="0" anchor="ctr"/>
          <a:lstStyle/>
          <a:p>
            <a:pPr marL="0" indent="0" algn="l">
              <a:buNone/>
            </a:pPr>
            <a:r>
              <a:rPr lang="en-US" sz="863" dirty="0">
                <a:solidFill>
                  <a:srgbClr val="FFFFFF"/>
                </a:solidFill>
                <a:latin typeface="Source Sans 3 Bold" pitchFamily="34" charset="0"/>
                <a:ea typeface="Source Sans 3 Bold" pitchFamily="34" charset="-122"/>
                <a:cs typeface="Source Sans 3 Bold" pitchFamily="34" charset="-120"/>
              </a:rPr>
              <a:t>14 Entities Linked</a:t>
            </a:r>
            <a:endParaRPr lang="en-US" sz="863" dirty="0"/>
          </a:p>
        </p:txBody>
      </p:sp>
      <p:sp>
        <p:nvSpPr>
          <p:cNvPr id="10" name="Shape 6"/>
          <p:cNvSpPr/>
          <p:nvPr/>
        </p:nvSpPr>
        <p:spPr>
          <a:xfrm>
            <a:off x="323850" y="666750"/>
            <a:ext cx="8496300" cy="3848100"/>
          </a:xfrm>
          <a:prstGeom prst="roundRect">
            <a:avLst>
              <a:gd name="adj" fmla="val 2475"/>
            </a:avLst>
          </a:prstGeom>
          <a:solidFill>
            <a:srgbClr val="FFFFFF"/>
          </a:solidFill>
          <a:ln/>
        </p:spPr>
      </p:sp>
      <p:pic>
        <p:nvPicPr>
          <p:cNvPr id="11" name="Image 1" descr="preencoded.png"/>
          <p:cNvPicPr>
            <a:picLocks noChangeAspect="1"/>
          </p:cNvPicPr>
          <p:nvPr/>
        </p:nvPicPr>
        <p:blipFill>
          <a:blip r:embed="rId4"/>
          <a:srcRect/>
          <a:stretch/>
        </p:blipFill>
        <p:spPr>
          <a:xfrm>
            <a:off x="1743075" y="704850"/>
            <a:ext cx="5657850" cy="3771900"/>
          </a:xfrm>
          <a:prstGeom prst="rect">
            <a:avLst/>
          </a:prstGeom>
        </p:spPr>
      </p:pic>
      <p:sp>
        <p:nvSpPr>
          <p:cNvPr id="12" name="Text 7"/>
          <p:cNvSpPr/>
          <p:nvPr/>
        </p:nvSpPr>
        <p:spPr>
          <a:xfrm>
            <a:off x="323850" y="4629150"/>
            <a:ext cx="8496300" cy="190500"/>
          </a:xfrm>
          <a:prstGeom prst="rect">
            <a:avLst/>
          </a:prstGeom>
          <a:noFill/>
          <a:ln/>
        </p:spPr>
        <p:txBody>
          <a:bodyPr wrap="square" lIns="0" tIns="0" rIns="0" bIns="0" rtlCol="0" anchor="ctr"/>
          <a:lstStyle/>
          <a:p>
            <a:pPr marL="0" indent="0" algn="ctr">
              <a:buNone/>
            </a:pPr>
            <a:r>
              <a:rPr lang="en-US" sz="682" kern="0" spc="22" dirty="0">
                <a:solidFill>
                  <a:srgbClr val="9FC4EC"/>
                </a:solidFill>
                <a:latin typeface="Source Sans 3 SemiBold" pitchFamily="34" charset="0"/>
                <a:ea typeface="Source Sans 3 SemiBold" pitchFamily="34" charset="-122"/>
                <a:cs typeface="Source Sans 3 SemiBold" pitchFamily="34" charset="-120"/>
              </a:rPr>
              <a:t>Admin  |  Teacher  |  Teacher_Details  |  Batch  |  Batch_Schedule  |  Course  |  Student  |  Attendance  |  Assignment  |  Assignment_Submission  |  Fee_Payment  |  Payment_Installment  |  Notification  |  AI_Chat_History</a:t>
            </a:r>
            <a:endParaRPr lang="en-US" sz="682"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107114B2-AFBB-9D3A-6B3F-1D6BFAA12118}"/>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DBE705C1-52BC-9EEA-FCE2-11D659CD94E8}"/>
              </a:ext>
            </a:extLst>
          </p:cNvPr>
          <p:cNvSpPr/>
          <p:nvPr/>
        </p:nvSpPr>
        <p:spPr>
          <a:xfrm>
            <a:off x="0" y="0"/>
            <a:ext cx="9144000" cy="28575"/>
          </a:xfrm>
          <a:prstGeom prst="rect">
            <a:avLst/>
          </a:prstGeom>
          <a:solidFill>
            <a:srgbClr val="F2A63B"/>
          </a:solidFill>
          <a:ln/>
        </p:spPr>
      </p:sp>
      <p:sp>
        <p:nvSpPr>
          <p:cNvPr id="4" name="Text 1">
            <a:extLst>
              <a:ext uri="{FF2B5EF4-FFF2-40B4-BE49-F238E27FC236}">
                <a16:creationId xmlns:a16="http://schemas.microsoft.com/office/drawing/2014/main" id="{72116005-B0E0-D252-B286-F7F9F9AC202E}"/>
              </a:ext>
            </a:extLst>
          </p:cNvPr>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chemeClr val="bg1"/>
                </a:solidFill>
                <a:latin typeface="Space Grotesk SemiBold" panose="020B0604020202020204" charset="0"/>
                <a:cs typeface="Space Grotesk SemiBold" panose="020B0604020202020204" charset="0"/>
              </a:rPr>
              <a:t>Database Design And Normalization</a:t>
            </a:r>
          </a:p>
        </p:txBody>
      </p:sp>
      <p:sp>
        <p:nvSpPr>
          <p:cNvPr id="6" name="Text 3">
            <a:extLst>
              <a:ext uri="{FF2B5EF4-FFF2-40B4-BE49-F238E27FC236}">
                <a16:creationId xmlns:a16="http://schemas.microsoft.com/office/drawing/2014/main" id="{03E969C2-82AD-9F99-4066-DA140EDB09A9}"/>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07</a:t>
            </a:r>
            <a:endParaRPr lang="en-US" sz="900" dirty="0"/>
          </a:p>
        </p:txBody>
      </p:sp>
      <p:sp>
        <p:nvSpPr>
          <p:cNvPr id="10" name="Shape 6">
            <a:extLst>
              <a:ext uri="{FF2B5EF4-FFF2-40B4-BE49-F238E27FC236}">
                <a16:creationId xmlns:a16="http://schemas.microsoft.com/office/drawing/2014/main" id="{97A754C7-A4C2-9E91-BCB6-14330AABCFB0}"/>
              </a:ext>
            </a:extLst>
          </p:cNvPr>
          <p:cNvSpPr/>
          <p:nvPr/>
        </p:nvSpPr>
        <p:spPr>
          <a:xfrm>
            <a:off x="323850" y="666750"/>
            <a:ext cx="8496300" cy="3848100"/>
          </a:xfrm>
          <a:prstGeom prst="roundRect">
            <a:avLst>
              <a:gd name="adj" fmla="val 2475"/>
            </a:avLst>
          </a:prstGeom>
          <a:solidFill>
            <a:srgbClr val="FFFFFF"/>
          </a:solidFill>
          <a:ln/>
        </p:spPr>
      </p:sp>
      <p:pic>
        <p:nvPicPr>
          <p:cNvPr id="13" name="Picture 12">
            <a:extLst>
              <a:ext uri="{FF2B5EF4-FFF2-40B4-BE49-F238E27FC236}">
                <a16:creationId xmlns:a16="http://schemas.microsoft.com/office/drawing/2014/main" id="{E2D4DDE9-6E8C-7FFB-3036-6ACF1279D9A6}"/>
              </a:ext>
            </a:extLst>
          </p:cNvPr>
          <p:cNvPicPr>
            <a:picLocks noChangeAspect="1"/>
          </p:cNvPicPr>
          <p:nvPr/>
        </p:nvPicPr>
        <p:blipFill>
          <a:blip r:embed="rId3"/>
          <a:stretch>
            <a:fillRect/>
          </a:stretch>
        </p:blipFill>
        <p:spPr>
          <a:xfrm>
            <a:off x="714375" y="666750"/>
            <a:ext cx="7715250" cy="3848101"/>
          </a:xfrm>
          <a:prstGeom prst="rect">
            <a:avLst/>
          </a:prstGeom>
        </p:spPr>
      </p:pic>
    </p:spTree>
    <p:extLst>
      <p:ext uri="{BB962C8B-B14F-4D97-AF65-F5344CB8AC3E}">
        <p14:creationId xmlns:p14="http://schemas.microsoft.com/office/powerpoint/2010/main" val="3952255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C3578DBD-177E-7401-2A26-F111F736C9DD}"/>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D188FEE2-73C2-96CF-77D5-A0DF0C161A2D}"/>
              </a:ext>
            </a:extLst>
          </p:cNvPr>
          <p:cNvSpPr/>
          <p:nvPr/>
        </p:nvSpPr>
        <p:spPr>
          <a:xfrm>
            <a:off x="0" y="0"/>
            <a:ext cx="9144000" cy="28575"/>
          </a:xfrm>
          <a:prstGeom prst="rect">
            <a:avLst/>
          </a:prstGeom>
          <a:solidFill>
            <a:srgbClr val="F2A63B"/>
          </a:solidFill>
          <a:ln/>
        </p:spPr>
      </p:sp>
      <p:sp>
        <p:nvSpPr>
          <p:cNvPr id="4" name="Text 1">
            <a:extLst>
              <a:ext uri="{FF2B5EF4-FFF2-40B4-BE49-F238E27FC236}">
                <a16:creationId xmlns:a16="http://schemas.microsoft.com/office/drawing/2014/main" id="{FB51858C-413F-0543-EDF5-BAA1D65612AC}"/>
              </a:ext>
            </a:extLst>
          </p:cNvPr>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chemeClr val="bg1"/>
                </a:solidFill>
                <a:latin typeface="Space Grotesk Bold" panose="020B0604020202020204" charset="0"/>
                <a:cs typeface="Space Grotesk Bold" panose="020B0604020202020204" charset="0"/>
              </a:rPr>
              <a:t>Data Flow Diagram (DFD) – Zero Level</a:t>
            </a:r>
          </a:p>
        </p:txBody>
      </p:sp>
      <p:sp>
        <p:nvSpPr>
          <p:cNvPr id="6" name="Text 3">
            <a:extLst>
              <a:ext uri="{FF2B5EF4-FFF2-40B4-BE49-F238E27FC236}">
                <a16:creationId xmlns:a16="http://schemas.microsoft.com/office/drawing/2014/main" id="{4DD78B08-A28B-17C5-5B5C-7DCA6252A64C}"/>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08</a:t>
            </a:r>
            <a:endParaRPr lang="en-US" sz="900" dirty="0"/>
          </a:p>
        </p:txBody>
      </p:sp>
      <p:sp>
        <p:nvSpPr>
          <p:cNvPr id="10" name="Shape 6">
            <a:extLst>
              <a:ext uri="{FF2B5EF4-FFF2-40B4-BE49-F238E27FC236}">
                <a16:creationId xmlns:a16="http://schemas.microsoft.com/office/drawing/2014/main" id="{6D7B59D8-912C-8979-555A-FABB53ED5D25}"/>
              </a:ext>
            </a:extLst>
          </p:cNvPr>
          <p:cNvSpPr/>
          <p:nvPr/>
        </p:nvSpPr>
        <p:spPr>
          <a:xfrm>
            <a:off x="323850" y="666750"/>
            <a:ext cx="8496300" cy="3848100"/>
          </a:xfrm>
          <a:prstGeom prst="roundRect">
            <a:avLst>
              <a:gd name="adj" fmla="val 2475"/>
            </a:avLst>
          </a:prstGeom>
          <a:solidFill>
            <a:srgbClr val="FFFFFF"/>
          </a:solidFill>
          <a:ln/>
        </p:spPr>
      </p:sp>
      <p:pic>
        <p:nvPicPr>
          <p:cNvPr id="13" name="Picture 12">
            <a:extLst>
              <a:ext uri="{FF2B5EF4-FFF2-40B4-BE49-F238E27FC236}">
                <a16:creationId xmlns:a16="http://schemas.microsoft.com/office/drawing/2014/main" id="{E5E92965-C234-26D1-CB0C-4D392AB2F967}"/>
              </a:ext>
            </a:extLst>
          </p:cNvPr>
          <p:cNvPicPr>
            <a:picLocks noChangeAspect="1"/>
          </p:cNvPicPr>
          <p:nvPr/>
        </p:nvPicPr>
        <p:blipFill>
          <a:blip r:embed="rId3"/>
          <a:stretch>
            <a:fillRect/>
          </a:stretch>
        </p:blipFill>
        <p:spPr>
          <a:xfrm>
            <a:off x="714375" y="666750"/>
            <a:ext cx="7715250" cy="3848100"/>
          </a:xfrm>
          <a:prstGeom prst="rect">
            <a:avLst/>
          </a:prstGeom>
        </p:spPr>
      </p:pic>
    </p:spTree>
    <p:extLst>
      <p:ext uri="{BB962C8B-B14F-4D97-AF65-F5344CB8AC3E}">
        <p14:creationId xmlns:p14="http://schemas.microsoft.com/office/powerpoint/2010/main" val="3524600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3D91DD61-BC66-7E81-F41D-EEAB5E5132F9}"/>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F9D78C3D-9480-E917-CFC2-8D70DCEFB2B9}"/>
              </a:ext>
            </a:extLst>
          </p:cNvPr>
          <p:cNvSpPr/>
          <p:nvPr/>
        </p:nvSpPr>
        <p:spPr>
          <a:xfrm>
            <a:off x="0" y="0"/>
            <a:ext cx="9144000" cy="28575"/>
          </a:xfrm>
          <a:prstGeom prst="rect">
            <a:avLst/>
          </a:prstGeom>
          <a:solidFill>
            <a:srgbClr val="F2A63B"/>
          </a:solidFill>
          <a:ln/>
        </p:spPr>
      </p:sp>
      <p:sp>
        <p:nvSpPr>
          <p:cNvPr id="4" name="Text 1">
            <a:extLst>
              <a:ext uri="{FF2B5EF4-FFF2-40B4-BE49-F238E27FC236}">
                <a16:creationId xmlns:a16="http://schemas.microsoft.com/office/drawing/2014/main" id="{7863940F-2A42-9DFD-E34E-B50A9A1472D1}"/>
              </a:ext>
            </a:extLst>
          </p:cNvPr>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chemeClr val="bg1"/>
                </a:solidFill>
                <a:latin typeface="Space Grotesk Bold" panose="020B0604020202020204" charset="0"/>
                <a:cs typeface="Space Grotesk Bold" panose="020B0604020202020204" charset="0"/>
              </a:rPr>
              <a:t>Data Flow Diagram (DFD) – Level 1</a:t>
            </a:r>
          </a:p>
        </p:txBody>
      </p:sp>
      <p:sp>
        <p:nvSpPr>
          <p:cNvPr id="6" name="Text 3">
            <a:extLst>
              <a:ext uri="{FF2B5EF4-FFF2-40B4-BE49-F238E27FC236}">
                <a16:creationId xmlns:a16="http://schemas.microsoft.com/office/drawing/2014/main" id="{E18C7CCE-A2BB-1A66-B580-EC872C39111E}"/>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09</a:t>
            </a:r>
            <a:endParaRPr lang="en-US" sz="900" dirty="0"/>
          </a:p>
        </p:txBody>
      </p:sp>
      <p:sp>
        <p:nvSpPr>
          <p:cNvPr id="10" name="Shape 6">
            <a:extLst>
              <a:ext uri="{FF2B5EF4-FFF2-40B4-BE49-F238E27FC236}">
                <a16:creationId xmlns:a16="http://schemas.microsoft.com/office/drawing/2014/main" id="{DCF0A0CB-7F8A-5671-79AC-A00A16491623}"/>
              </a:ext>
            </a:extLst>
          </p:cNvPr>
          <p:cNvSpPr/>
          <p:nvPr/>
        </p:nvSpPr>
        <p:spPr>
          <a:xfrm>
            <a:off x="323850" y="666750"/>
            <a:ext cx="8496300" cy="3848100"/>
          </a:xfrm>
          <a:prstGeom prst="roundRect">
            <a:avLst>
              <a:gd name="adj" fmla="val 2475"/>
            </a:avLst>
          </a:prstGeom>
          <a:solidFill>
            <a:srgbClr val="FFFFFF"/>
          </a:solidFill>
          <a:ln/>
        </p:spPr>
      </p:sp>
      <p:pic>
        <p:nvPicPr>
          <p:cNvPr id="13" name="Picture 12">
            <a:extLst>
              <a:ext uri="{FF2B5EF4-FFF2-40B4-BE49-F238E27FC236}">
                <a16:creationId xmlns:a16="http://schemas.microsoft.com/office/drawing/2014/main" id="{AF73A4A1-C3B5-F0B3-114A-BBE5DC5715EB}"/>
              </a:ext>
            </a:extLst>
          </p:cNvPr>
          <p:cNvPicPr>
            <a:picLocks noChangeAspect="1"/>
          </p:cNvPicPr>
          <p:nvPr/>
        </p:nvPicPr>
        <p:blipFill>
          <a:blip r:embed="rId3"/>
          <a:stretch>
            <a:fillRect/>
          </a:stretch>
        </p:blipFill>
        <p:spPr>
          <a:xfrm>
            <a:off x="714375" y="666750"/>
            <a:ext cx="7715250" cy="3848100"/>
          </a:xfrm>
          <a:prstGeom prst="rect">
            <a:avLst/>
          </a:prstGeom>
        </p:spPr>
      </p:pic>
    </p:spTree>
    <p:extLst>
      <p:ext uri="{BB962C8B-B14F-4D97-AF65-F5344CB8AC3E}">
        <p14:creationId xmlns:p14="http://schemas.microsoft.com/office/powerpoint/2010/main" val="232167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a:extLst>
            <a:ext uri="{FF2B5EF4-FFF2-40B4-BE49-F238E27FC236}">
              <a16:creationId xmlns:a16="http://schemas.microsoft.com/office/drawing/2014/main" id="{60A00A5D-57A6-6D51-C585-AC0E3712D814}"/>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B764549E-3EC9-0C45-5CFA-B2984223B46E}"/>
              </a:ext>
            </a:extLst>
          </p:cNvPr>
          <p:cNvSpPr/>
          <p:nvPr/>
        </p:nvSpPr>
        <p:spPr>
          <a:xfrm>
            <a:off x="0" y="0"/>
            <a:ext cx="9144000" cy="28575"/>
          </a:xfrm>
          <a:prstGeom prst="rect">
            <a:avLst/>
          </a:prstGeom>
          <a:solidFill>
            <a:srgbClr val="F2A63B"/>
          </a:solidFill>
          <a:ln/>
        </p:spPr>
      </p:sp>
      <p:sp>
        <p:nvSpPr>
          <p:cNvPr id="4" name="Text 1">
            <a:extLst>
              <a:ext uri="{FF2B5EF4-FFF2-40B4-BE49-F238E27FC236}">
                <a16:creationId xmlns:a16="http://schemas.microsoft.com/office/drawing/2014/main" id="{5F49EE72-A888-157C-D031-10154C47304E}"/>
              </a:ext>
            </a:extLst>
          </p:cNvPr>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chemeClr val="bg1"/>
                </a:solidFill>
                <a:latin typeface="Space Grotesk Bold" panose="020B0604020202020204" charset="0"/>
                <a:cs typeface="Space Grotesk Bold" panose="020B0604020202020204" charset="0"/>
              </a:rPr>
              <a:t>Data Flow Diagram (DFD) – Level 2</a:t>
            </a:r>
          </a:p>
        </p:txBody>
      </p:sp>
      <p:sp>
        <p:nvSpPr>
          <p:cNvPr id="6" name="Text 3">
            <a:extLst>
              <a:ext uri="{FF2B5EF4-FFF2-40B4-BE49-F238E27FC236}">
                <a16:creationId xmlns:a16="http://schemas.microsoft.com/office/drawing/2014/main" id="{70A8B581-B8DB-5099-5A61-0B45C8C55998}"/>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10</a:t>
            </a:r>
            <a:endParaRPr lang="en-US" sz="900" dirty="0"/>
          </a:p>
        </p:txBody>
      </p:sp>
      <p:sp>
        <p:nvSpPr>
          <p:cNvPr id="10" name="Shape 6">
            <a:extLst>
              <a:ext uri="{FF2B5EF4-FFF2-40B4-BE49-F238E27FC236}">
                <a16:creationId xmlns:a16="http://schemas.microsoft.com/office/drawing/2014/main" id="{8944AC52-EF97-6219-0449-3DB07F4E1E24}"/>
              </a:ext>
            </a:extLst>
          </p:cNvPr>
          <p:cNvSpPr/>
          <p:nvPr/>
        </p:nvSpPr>
        <p:spPr>
          <a:xfrm>
            <a:off x="323850" y="666750"/>
            <a:ext cx="8496300" cy="3848100"/>
          </a:xfrm>
          <a:prstGeom prst="roundRect">
            <a:avLst>
              <a:gd name="adj" fmla="val 2475"/>
            </a:avLst>
          </a:prstGeom>
          <a:solidFill>
            <a:srgbClr val="FFFFFF"/>
          </a:solidFill>
          <a:ln/>
        </p:spPr>
      </p:sp>
      <p:pic>
        <p:nvPicPr>
          <p:cNvPr id="13" name="Picture 12">
            <a:extLst>
              <a:ext uri="{FF2B5EF4-FFF2-40B4-BE49-F238E27FC236}">
                <a16:creationId xmlns:a16="http://schemas.microsoft.com/office/drawing/2014/main" id="{1F116903-AB08-95BF-3717-40F0AF8682CB}"/>
              </a:ext>
            </a:extLst>
          </p:cNvPr>
          <p:cNvPicPr>
            <a:picLocks noChangeAspect="1"/>
          </p:cNvPicPr>
          <p:nvPr/>
        </p:nvPicPr>
        <p:blipFill>
          <a:blip r:embed="rId3"/>
          <a:stretch>
            <a:fillRect/>
          </a:stretch>
        </p:blipFill>
        <p:spPr>
          <a:xfrm>
            <a:off x="714375" y="666750"/>
            <a:ext cx="7715250" cy="3848100"/>
          </a:xfrm>
          <a:prstGeom prst="rect">
            <a:avLst/>
          </a:prstGeom>
        </p:spPr>
      </p:pic>
    </p:spTree>
    <p:extLst>
      <p:ext uri="{BB962C8B-B14F-4D97-AF65-F5344CB8AC3E}">
        <p14:creationId xmlns:p14="http://schemas.microsoft.com/office/powerpoint/2010/main" val="2282097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C7C3BABF-1017-155D-02D6-EE49394BAF54}"/>
              </a:ext>
            </a:extLst>
          </p:cNvPr>
          <p:cNvSpPr/>
          <p:nvPr/>
        </p:nvSpPr>
        <p:spPr>
          <a:xfrm>
            <a:off x="0" y="0"/>
            <a:ext cx="9144000" cy="819150"/>
          </a:xfrm>
          <a:prstGeom prst="rect">
            <a:avLst/>
          </a:prstGeom>
          <a:solidFill>
            <a:srgbClr val="0B2545"/>
          </a:solidFill>
          <a:ln/>
        </p:spPr>
        <p:txBody>
          <a:bodyPr/>
          <a:lstStyle/>
          <a:p>
            <a:endParaRPr lang="en-IN" dirty="0"/>
          </a:p>
        </p:txBody>
      </p:sp>
      <p:sp>
        <p:nvSpPr>
          <p:cNvPr id="5" name="Text 3">
            <a:extLst>
              <a:ext uri="{FF2B5EF4-FFF2-40B4-BE49-F238E27FC236}">
                <a16:creationId xmlns:a16="http://schemas.microsoft.com/office/drawing/2014/main" id="{4CEA3E50-5E5B-62CA-9030-91595B49EA6F}"/>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11</a:t>
            </a:r>
          </a:p>
        </p:txBody>
      </p:sp>
      <p:sp>
        <p:nvSpPr>
          <p:cNvPr id="7" name="Text 1">
            <a:extLst>
              <a:ext uri="{FF2B5EF4-FFF2-40B4-BE49-F238E27FC236}">
                <a16:creationId xmlns:a16="http://schemas.microsoft.com/office/drawing/2014/main" id="{FF26782B-AB66-BCB5-9D17-6D1C64218773}"/>
              </a:ext>
            </a:extLst>
          </p:cNvPr>
          <p:cNvSpPr/>
          <p:nvPr/>
        </p:nvSpPr>
        <p:spPr>
          <a:xfrm>
            <a:off x="323850" y="152400"/>
            <a:ext cx="4476750" cy="285750"/>
          </a:xfrm>
          <a:prstGeom prst="rect">
            <a:avLst/>
          </a:prstGeom>
          <a:noFill/>
          <a:ln/>
        </p:spPr>
        <p:txBody>
          <a:bodyPr wrap="square" lIns="0" tIns="0" rIns="0" bIns="0" rtlCol="0" anchor="ctr"/>
          <a:lstStyle/>
          <a:p>
            <a:pPr marL="0" indent="0" algn="l">
              <a:buNone/>
            </a:pPr>
            <a:r>
              <a:rPr lang="en-US" sz="1650" dirty="0">
                <a:solidFill>
                  <a:srgbClr val="FFFFFF"/>
                </a:solidFill>
                <a:latin typeface="Space Grotesk Bold" pitchFamily="34" charset="0"/>
                <a:ea typeface="Space Grotesk Bold" pitchFamily="34" charset="-122"/>
                <a:cs typeface="Space Grotesk Bold" pitchFamily="34" charset="-120"/>
              </a:rPr>
              <a:t>Use Case Diagram</a:t>
            </a:r>
            <a:endParaRPr lang="en-US" sz="1650" dirty="0"/>
          </a:p>
        </p:txBody>
      </p:sp>
      <p:pic>
        <p:nvPicPr>
          <p:cNvPr id="9" name="Picture 8">
            <a:extLst>
              <a:ext uri="{FF2B5EF4-FFF2-40B4-BE49-F238E27FC236}">
                <a16:creationId xmlns:a16="http://schemas.microsoft.com/office/drawing/2014/main" id="{D2356687-B0D9-E18D-0ED8-B8EF92E7A1CE}"/>
              </a:ext>
            </a:extLst>
          </p:cNvPr>
          <p:cNvPicPr>
            <a:picLocks noChangeAspect="1"/>
          </p:cNvPicPr>
          <p:nvPr/>
        </p:nvPicPr>
        <p:blipFill>
          <a:blip r:embed="rId2"/>
          <a:stretch>
            <a:fillRect/>
          </a:stretch>
        </p:blipFill>
        <p:spPr>
          <a:xfrm>
            <a:off x="1280160" y="949276"/>
            <a:ext cx="6291336" cy="4194224"/>
          </a:xfrm>
          <a:prstGeom prst="rect">
            <a:avLst/>
          </a:prstGeom>
        </p:spPr>
      </p:pic>
      <p:pic>
        <p:nvPicPr>
          <p:cNvPr id="6" name="Image 0" descr="preencoded.png">
            <a:extLst>
              <a:ext uri="{FF2B5EF4-FFF2-40B4-BE49-F238E27FC236}">
                <a16:creationId xmlns:a16="http://schemas.microsoft.com/office/drawing/2014/main" id="{4E17A865-809E-7DC5-58E1-6D1ADE2ADAE0}"/>
              </a:ext>
            </a:extLst>
          </p:cNvPr>
          <p:cNvPicPr>
            <a:picLocks noChangeAspect="1"/>
          </p:cNvPicPr>
          <p:nvPr/>
        </p:nvPicPr>
        <p:blipFill>
          <a:blip r:embed="rId3"/>
          <a:stretch>
            <a:fillRect/>
          </a:stretch>
        </p:blipFill>
        <p:spPr>
          <a:xfrm>
            <a:off x="7553325" y="0"/>
            <a:ext cx="1590675" cy="1571625"/>
          </a:xfrm>
          <a:prstGeom prst="rect">
            <a:avLst/>
          </a:prstGeom>
        </p:spPr>
      </p:pic>
    </p:spTree>
    <p:extLst>
      <p:ext uri="{BB962C8B-B14F-4D97-AF65-F5344CB8AC3E}">
        <p14:creationId xmlns:p14="http://schemas.microsoft.com/office/powerpoint/2010/main" val="355582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9E787E68-D47D-E834-2DEE-6F555AB12394}"/>
              </a:ext>
            </a:extLst>
          </p:cNvPr>
          <p:cNvSpPr/>
          <p:nvPr/>
        </p:nvSpPr>
        <p:spPr>
          <a:xfrm>
            <a:off x="0" y="0"/>
            <a:ext cx="9144000" cy="819150"/>
          </a:xfrm>
          <a:prstGeom prst="rect">
            <a:avLst/>
          </a:prstGeom>
          <a:solidFill>
            <a:srgbClr val="0B2545"/>
          </a:solidFill>
          <a:ln/>
        </p:spPr>
      </p:sp>
      <p:sp>
        <p:nvSpPr>
          <p:cNvPr id="5" name="Text 3">
            <a:extLst>
              <a:ext uri="{FF2B5EF4-FFF2-40B4-BE49-F238E27FC236}">
                <a16:creationId xmlns:a16="http://schemas.microsoft.com/office/drawing/2014/main" id="{50CEEE78-AD1B-3365-49AD-5140C27892A6}"/>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12</a:t>
            </a:r>
            <a:endParaRPr lang="en-US" sz="900" dirty="0"/>
          </a:p>
        </p:txBody>
      </p:sp>
      <p:sp>
        <p:nvSpPr>
          <p:cNvPr id="8" name="TextBox 7">
            <a:extLst>
              <a:ext uri="{FF2B5EF4-FFF2-40B4-BE49-F238E27FC236}">
                <a16:creationId xmlns:a16="http://schemas.microsoft.com/office/drawing/2014/main" id="{C36627C2-52C0-3AA7-E8C8-C3DC562303EF}"/>
              </a:ext>
            </a:extLst>
          </p:cNvPr>
          <p:cNvSpPr txBox="1"/>
          <p:nvPr/>
        </p:nvSpPr>
        <p:spPr>
          <a:xfrm>
            <a:off x="168811" y="172819"/>
            <a:ext cx="3439551" cy="646331"/>
          </a:xfrm>
          <a:prstGeom prst="rect">
            <a:avLst/>
          </a:prstGeom>
          <a:noFill/>
        </p:spPr>
        <p:txBody>
          <a:bodyPr wrap="square" rtlCol="0">
            <a:spAutoFit/>
          </a:bodyPr>
          <a:lstStyle/>
          <a:p>
            <a:r>
              <a:rPr lang="en-US" dirty="0">
                <a:solidFill>
                  <a:srgbClr val="FFFFFF"/>
                </a:solidFill>
                <a:latin typeface="Space Grotesk Bold" pitchFamily="34" charset="0"/>
                <a:cs typeface="Space Grotesk Bold" pitchFamily="34" charset="-120"/>
              </a:rPr>
              <a:t>Sequence Diagram</a:t>
            </a:r>
            <a:endParaRPr lang="en-US" dirty="0"/>
          </a:p>
          <a:p>
            <a:endParaRPr lang="en-IN" dirty="0"/>
          </a:p>
        </p:txBody>
      </p:sp>
      <p:pic>
        <p:nvPicPr>
          <p:cNvPr id="10" name="Picture 9">
            <a:extLst>
              <a:ext uri="{FF2B5EF4-FFF2-40B4-BE49-F238E27FC236}">
                <a16:creationId xmlns:a16="http://schemas.microsoft.com/office/drawing/2014/main" id="{FC14A67D-531F-D85F-53EA-2B1DD67FBBCB}"/>
              </a:ext>
            </a:extLst>
          </p:cNvPr>
          <p:cNvPicPr>
            <a:picLocks noChangeAspect="1"/>
          </p:cNvPicPr>
          <p:nvPr/>
        </p:nvPicPr>
        <p:blipFill>
          <a:blip r:embed="rId2"/>
          <a:stretch>
            <a:fillRect/>
          </a:stretch>
        </p:blipFill>
        <p:spPr>
          <a:xfrm>
            <a:off x="0" y="819150"/>
            <a:ext cx="9144000" cy="4275563"/>
          </a:xfrm>
          <a:prstGeom prst="rect">
            <a:avLst/>
          </a:prstGeom>
        </p:spPr>
      </p:pic>
      <p:pic>
        <p:nvPicPr>
          <p:cNvPr id="6" name="Image 0" descr="preencoded.png">
            <a:extLst>
              <a:ext uri="{FF2B5EF4-FFF2-40B4-BE49-F238E27FC236}">
                <a16:creationId xmlns:a16="http://schemas.microsoft.com/office/drawing/2014/main" id="{654953BD-E631-F731-2E59-05579839A022}"/>
              </a:ext>
            </a:extLst>
          </p:cNvPr>
          <p:cNvPicPr>
            <a:picLocks noChangeAspect="1"/>
          </p:cNvPicPr>
          <p:nvPr/>
        </p:nvPicPr>
        <p:blipFill>
          <a:blip r:embed="rId3"/>
          <a:stretch>
            <a:fillRect/>
          </a:stretch>
        </p:blipFill>
        <p:spPr>
          <a:xfrm>
            <a:off x="7553325" y="0"/>
            <a:ext cx="1590675" cy="1571625"/>
          </a:xfrm>
          <a:prstGeom prst="rect">
            <a:avLst/>
          </a:prstGeom>
        </p:spPr>
      </p:pic>
    </p:spTree>
    <p:extLst>
      <p:ext uri="{BB962C8B-B14F-4D97-AF65-F5344CB8AC3E}">
        <p14:creationId xmlns:p14="http://schemas.microsoft.com/office/powerpoint/2010/main" val="23801171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18CC-B3FC-DC78-1621-576955D5DFA3}"/>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57315D21-9131-26D9-69BF-CF43E07138AF}"/>
              </a:ext>
            </a:extLst>
          </p:cNvPr>
          <p:cNvSpPr/>
          <p:nvPr/>
        </p:nvSpPr>
        <p:spPr>
          <a:xfrm>
            <a:off x="0" y="0"/>
            <a:ext cx="9144000" cy="819150"/>
          </a:xfrm>
          <a:prstGeom prst="rect">
            <a:avLst/>
          </a:prstGeom>
          <a:solidFill>
            <a:srgbClr val="0B2545"/>
          </a:solidFill>
          <a:ln/>
        </p:spPr>
      </p:sp>
      <p:sp>
        <p:nvSpPr>
          <p:cNvPr id="5" name="Text 3">
            <a:extLst>
              <a:ext uri="{FF2B5EF4-FFF2-40B4-BE49-F238E27FC236}">
                <a16:creationId xmlns:a16="http://schemas.microsoft.com/office/drawing/2014/main" id="{619EA86A-F376-5859-5AE1-1B7C7176B69C}"/>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13</a:t>
            </a:r>
            <a:endParaRPr lang="en-US" sz="900" dirty="0"/>
          </a:p>
        </p:txBody>
      </p:sp>
      <p:sp>
        <p:nvSpPr>
          <p:cNvPr id="8" name="TextBox 7">
            <a:extLst>
              <a:ext uri="{FF2B5EF4-FFF2-40B4-BE49-F238E27FC236}">
                <a16:creationId xmlns:a16="http://schemas.microsoft.com/office/drawing/2014/main" id="{9E020A34-38A4-1B59-DB2A-9C3DFBA05865}"/>
              </a:ext>
            </a:extLst>
          </p:cNvPr>
          <p:cNvSpPr txBox="1"/>
          <p:nvPr/>
        </p:nvSpPr>
        <p:spPr>
          <a:xfrm>
            <a:off x="168811" y="172819"/>
            <a:ext cx="3439551" cy="646331"/>
          </a:xfrm>
          <a:prstGeom prst="rect">
            <a:avLst/>
          </a:prstGeom>
          <a:noFill/>
        </p:spPr>
        <p:txBody>
          <a:bodyPr wrap="square" rtlCol="0">
            <a:spAutoFit/>
          </a:bodyPr>
          <a:lstStyle/>
          <a:p>
            <a:r>
              <a:rPr lang="en-US" dirty="0">
                <a:solidFill>
                  <a:srgbClr val="FFFFFF"/>
                </a:solidFill>
                <a:latin typeface="Space Grotesk Bold" pitchFamily="34" charset="0"/>
                <a:cs typeface="Space Grotesk Bold" pitchFamily="34" charset="-120"/>
              </a:rPr>
              <a:t>Sequence Diagram</a:t>
            </a:r>
            <a:endParaRPr lang="en-US" dirty="0"/>
          </a:p>
          <a:p>
            <a:endParaRPr lang="en-IN" dirty="0"/>
          </a:p>
        </p:txBody>
      </p:sp>
      <p:pic>
        <p:nvPicPr>
          <p:cNvPr id="6" name="Picture 5">
            <a:extLst>
              <a:ext uri="{FF2B5EF4-FFF2-40B4-BE49-F238E27FC236}">
                <a16:creationId xmlns:a16="http://schemas.microsoft.com/office/drawing/2014/main" id="{FFB44B41-A1A2-2A94-1CFF-1DDF120979F9}"/>
              </a:ext>
            </a:extLst>
          </p:cNvPr>
          <p:cNvPicPr>
            <a:picLocks noChangeAspect="1"/>
          </p:cNvPicPr>
          <p:nvPr/>
        </p:nvPicPr>
        <p:blipFill>
          <a:blip r:embed="rId2"/>
          <a:stretch>
            <a:fillRect/>
          </a:stretch>
        </p:blipFill>
        <p:spPr>
          <a:xfrm>
            <a:off x="0" y="829372"/>
            <a:ext cx="9144000" cy="4314128"/>
          </a:xfrm>
          <a:prstGeom prst="rect">
            <a:avLst/>
          </a:prstGeom>
        </p:spPr>
      </p:pic>
      <p:pic>
        <p:nvPicPr>
          <p:cNvPr id="9" name="Image 0" descr="preencoded.png">
            <a:extLst>
              <a:ext uri="{FF2B5EF4-FFF2-40B4-BE49-F238E27FC236}">
                <a16:creationId xmlns:a16="http://schemas.microsoft.com/office/drawing/2014/main" id="{66BD4F32-EA62-7801-97F8-5A4F237D7DA2}"/>
              </a:ext>
            </a:extLst>
          </p:cNvPr>
          <p:cNvPicPr>
            <a:picLocks noChangeAspect="1"/>
          </p:cNvPicPr>
          <p:nvPr/>
        </p:nvPicPr>
        <p:blipFill>
          <a:blip r:embed="rId3"/>
          <a:stretch>
            <a:fillRect/>
          </a:stretch>
        </p:blipFill>
        <p:spPr>
          <a:xfrm>
            <a:off x="7553325" y="0"/>
            <a:ext cx="1590675" cy="1571625"/>
          </a:xfrm>
          <a:prstGeom prst="rect">
            <a:avLst/>
          </a:prstGeom>
        </p:spPr>
      </p:pic>
    </p:spTree>
    <p:extLst>
      <p:ext uri="{BB962C8B-B14F-4D97-AF65-F5344CB8AC3E}">
        <p14:creationId xmlns:p14="http://schemas.microsoft.com/office/powerpoint/2010/main" val="4281095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6EF6A-A6E2-2F08-D1AA-F68FBFF99362}"/>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E7AE14B3-5E4A-8BBA-D9B1-13EA80DFF4F6}"/>
              </a:ext>
            </a:extLst>
          </p:cNvPr>
          <p:cNvSpPr/>
          <p:nvPr/>
        </p:nvSpPr>
        <p:spPr>
          <a:xfrm>
            <a:off x="0" y="0"/>
            <a:ext cx="9144000" cy="819150"/>
          </a:xfrm>
          <a:prstGeom prst="rect">
            <a:avLst/>
          </a:prstGeom>
          <a:solidFill>
            <a:srgbClr val="0B2545"/>
          </a:solidFill>
          <a:ln/>
        </p:spPr>
      </p:sp>
      <p:sp>
        <p:nvSpPr>
          <p:cNvPr id="5" name="Text 3">
            <a:extLst>
              <a:ext uri="{FF2B5EF4-FFF2-40B4-BE49-F238E27FC236}">
                <a16:creationId xmlns:a16="http://schemas.microsoft.com/office/drawing/2014/main" id="{69F51A81-8ADE-D2BA-4F31-3A8EC2DDF959}"/>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14</a:t>
            </a:r>
            <a:endParaRPr lang="en-US" sz="900" dirty="0"/>
          </a:p>
        </p:txBody>
      </p:sp>
      <p:sp>
        <p:nvSpPr>
          <p:cNvPr id="8" name="TextBox 7">
            <a:extLst>
              <a:ext uri="{FF2B5EF4-FFF2-40B4-BE49-F238E27FC236}">
                <a16:creationId xmlns:a16="http://schemas.microsoft.com/office/drawing/2014/main" id="{7FDDA99E-309D-7812-B4CC-57FDAFBB70E4}"/>
              </a:ext>
            </a:extLst>
          </p:cNvPr>
          <p:cNvSpPr txBox="1"/>
          <p:nvPr/>
        </p:nvSpPr>
        <p:spPr>
          <a:xfrm>
            <a:off x="168811" y="172819"/>
            <a:ext cx="3439551" cy="646331"/>
          </a:xfrm>
          <a:prstGeom prst="rect">
            <a:avLst/>
          </a:prstGeom>
          <a:noFill/>
        </p:spPr>
        <p:txBody>
          <a:bodyPr wrap="square" rtlCol="0">
            <a:spAutoFit/>
          </a:bodyPr>
          <a:lstStyle/>
          <a:p>
            <a:r>
              <a:rPr lang="en-US" dirty="0">
                <a:solidFill>
                  <a:srgbClr val="FFFFFF"/>
                </a:solidFill>
                <a:latin typeface="Space Grotesk Bold" pitchFamily="34" charset="0"/>
                <a:cs typeface="Space Grotesk Bold" pitchFamily="34" charset="-120"/>
              </a:rPr>
              <a:t>Test Cases</a:t>
            </a:r>
            <a:endParaRPr lang="en-US" dirty="0"/>
          </a:p>
          <a:p>
            <a:endParaRPr lang="en-IN" dirty="0"/>
          </a:p>
        </p:txBody>
      </p:sp>
      <p:pic>
        <p:nvPicPr>
          <p:cNvPr id="9" name="Image 0" descr="preencoded.png">
            <a:extLst>
              <a:ext uri="{FF2B5EF4-FFF2-40B4-BE49-F238E27FC236}">
                <a16:creationId xmlns:a16="http://schemas.microsoft.com/office/drawing/2014/main" id="{04F08181-158C-5AB5-91EE-541B09351133}"/>
              </a:ext>
            </a:extLst>
          </p:cNvPr>
          <p:cNvPicPr>
            <a:picLocks noChangeAspect="1"/>
          </p:cNvPicPr>
          <p:nvPr/>
        </p:nvPicPr>
        <p:blipFill>
          <a:blip r:embed="rId2"/>
          <a:stretch>
            <a:fillRect/>
          </a:stretch>
        </p:blipFill>
        <p:spPr>
          <a:xfrm>
            <a:off x="7553325" y="0"/>
            <a:ext cx="1590675" cy="1571625"/>
          </a:xfrm>
          <a:prstGeom prst="rect">
            <a:avLst/>
          </a:prstGeom>
        </p:spPr>
      </p:pic>
      <p:pic>
        <p:nvPicPr>
          <p:cNvPr id="12" name="Picture 11">
            <a:extLst>
              <a:ext uri="{FF2B5EF4-FFF2-40B4-BE49-F238E27FC236}">
                <a16:creationId xmlns:a16="http://schemas.microsoft.com/office/drawing/2014/main" id="{2E90E849-EE20-7A70-14A9-B84AF0ABAA05}"/>
              </a:ext>
            </a:extLst>
          </p:cNvPr>
          <p:cNvPicPr>
            <a:picLocks noChangeAspect="1"/>
          </p:cNvPicPr>
          <p:nvPr/>
        </p:nvPicPr>
        <p:blipFill>
          <a:blip r:embed="rId3"/>
          <a:stretch>
            <a:fillRect/>
          </a:stretch>
        </p:blipFill>
        <p:spPr>
          <a:xfrm>
            <a:off x="573258" y="819150"/>
            <a:ext cx="7997483" cy="4324350"/>
          </a:xfrm>
          <a:prstGeom prst="rect">
            <a:avLst/>
          </a:prstGeom>
        </p:spPr>
      </p:pic>
    </p:spTree>
    <p:extLst>
      <p:ext uri="{BB962C8B-B14F-4D97-AF65-F5344CB8AC3E}">
        <p14:creationId xmlns:p14="http://schemas.microsoft.com/office/powerpoint/2010/main" val="690301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65D8-9911-C4C1-1F2B-3CCB781C7BAC}"/>
            </a:ext>
          </a:extLst>
        </p:cNvPr>
        <p:cNvGrpSpPr/>
        <p:nvPr/>
      </p:nvGrpSpPr>
      <p:grpSpPr>
        <a:xfrm>
          <a:off x="0" y="0"/>
          <a:ext cx="0" cy="0"/>
          <a:chOff x="0" y="0"/>
          <a:chExt cx="0" cy="0"/>
        </a:xfrm>
      </p:grpSpPr>
      <p:sp>
        <p:nvSpPr>
          <p:cNvPr id="3" name="Shape 0">
            <a:extLst>
              <a:ext uri="{FF2B5EF4-FFF2-40B4-BE49-F238E27FC236}">
                <a16:creationId xmlns:a16="http://schemas.microsoft.com/office/drawing/2014/main" id="{16605DAA-11BE-1DCF-E76B-3A39B557FB1F}"/>
              </a:ext>
            </a:extLst>
          </p:cNvPr>
          <p:cNvSpPr/>
          <p:nvPr/>
        </p:nvSpPr>
        <p:spPr>
          <a:xfrm>
            <a:off x="0" y="0"/>
            <a:ext cx="9144000" cy="819150"/>
          </a:xfrm>
          <a:prstGeom prst="rect">
            <a:avLst/>
          </a:prstGeom>
          <a:solidFill>
            <a:srgbClr val="0B2545"/>
          </a:solidFill>
          <a:ln/>
        </p:spPr>
      </p:sp>
      <p:sp>
        <p:nvSpPr>
          <p:cNvPr id="5" name="Text 3">
            <a:extLst>
              <a:ext uri="{FF2B5EF4-FFF2-40B4-BE49-F238E27FC236}">
                <a16:creationId xmlns:a16="http://schemas.microsoft.com/office/drawing/2014/main" id="{8911DD7C-20F0-F076-7EFD-38C2C3F6561C}"/>
              </a:ext>
            </a:extLst>
          </p:cNvPr>
          <p:cNvSpPr/>
          <p:nvPr/>
        </p:nvSpPr>
        <p:spPr>
          <a:xfrm>
            <a:off x="7810500" y="190500"/>
            <a:ext cx="1009650" cy="190500"/>
          </a:xfrm>
          <a:prstGeom prst="rect">
            <a:avLst/>
          </a:prstGeom>
          <a:noFill/>
          <a:ln/>
        </p:spPr>
        <p:txBody>
          <a:bodyPr wrap="square" lIns="0" tIns="0" rIns="0" bIns="0" rtlCol="0" anchor="ctr"/>
          <a:lstStyle/>
          <a:p>
            <a:pPr marL="0" indent="0" algn="r">
              <a:buNone/>
            </a:pPr>
            <a:r>
              <a:rPr lang="en-US" sz="900" dirty="0">
                <a:solidFill>
                  <a:srgbClr val="7FB6F5"/>
                </a:solidFill>
                <a:latin typeface="Source Sans 3 SemiBold" pitchFamily="34" charset="0"/>
                <a:ea typeface="Source Sans 3 SemiBold" pitchFamily="34" charset="-122"/>
                <a:cs typeface="Source Sans 3 SemiBold" pitchFamily="34" charset="-120"/>
              </a:rPr>
              <a:t>SLIDE 15</a:t>
            </a:r>
            <a:endParaRPr lang="en-US" sz="900" dirty="0"/>
          </a:p>
        </p:txBody>
      </p:sp>
      <p:sp>
        <p:nvSpPr>
          <p:cNvPr id="8" name="TextBox 7">
            <a:extLst>
              <a:ext uri="{FF2B5EF4-FFF2-40B4-BE49-F238E27FC236}">
                <a16:creationId xmlns:a16="http://schemas.microsoft.com/office/drawing/2014/main" id="{B60156C8-772F-0631-1A57-89DB73EA1939}"/>
              </a:ext>
            </a:extLst>
          </p:cNvPr>
          <p:cNvSpPr txBox="1"/>
          <p:nvPr/>
        </p:nvSpPr>
        <p:spPr>
          <a:xfrm>
            <a:off x="168811" y="172819"/>
            <a:ext cx="3439551" cy="646331"/>
          </a:xfrm>
          <a:prstGeom prst="rect">
            <a:avLst/>
          </a:prstGeom>
          <a:noFill/>
        </p:spPr>
        <p:txBody>
          <a:bodyPr wrap="square" rtlCol="0">
            <a:spAutoFit/>
          </a:bodyPr>
          <a:lstStyle/>
          <a:p>
            <a:r>
              <a:rPr lang="en-US" dirty="0">
                <a:solidFill>
                  <a:srgbClr val="FFFFFF"/>
                </a:solidFill>
                <a:latin typeface="Space Grotesk Bold" pitchFamily="34" charset="0"/>
                <a:cs typeface="Space Grotesk Bold" pitchFamily="34" charset="-120"/>
              </a:rPr>
              <a:t>Test Cases</a:t>
            </a:r>
            <a:endParaRPr lang="en-US" dirty="0"/>
          </a:p>
          <a:p>
            <a:endParaRPr lang="en-IN" dirty="0"/>
          </a:p>
        </p:txBody>
      </p:sp>
      <p:pic>
        <p:nvPicPr>
          <p:cNvPr id="4" name="Image 0" descr="preencoded.png">
            <a:extLst>
              <a:ext uri="{FF2B5EF4-FFF2-40B4-BE49-F238E27FC236}">
                <a16:creationId xmlns:a16="http://schemas.microsoft.com/office/drawing/2014/main" id="{AC9114FD-B62F-67A9-D59F-2BE2383AD830}"/>
              </a:ext>
            </a:extLst>
          </p:cNvPr>
          <p:cNvPicPr>
            <a:picLocks noChangeAspect="1"/>
          </p:cNvPicPr>
          <p:nvPr/>
        </p:nvPicPr>
        <p:blipFill>
          <a:blip r:embed="rId2"/>
          <a:stretch>
            <a:fillRect/>
          </a:stretch>
        </p:blipFill>
        <p:spPr>
          <a:xfrm>
            <a:off x="7553325" y="0"/>
            <a:ext cx="1590675" cy="1571625"/>
          </a:xfrm>
          <a:prstGeom prst="rect">
            <a:avLst/>
          </a:prstGeom>
        </p:spPr>
      </p:pic>
      <p:pic>
        <p:nvPicPr>
          <p:cNvPr id="9" name="Picture 8">
            <a:extLst>
              <a:ext uri="{FF2B5EF4-FFF2-40B4-BE49-F238E27FC236}">
                <a16:creationId xmlns:a16="http://schemas.microsoft.com/office/drawing/2014/main" id="{C7F4E72B-08C6-9701-1991-212C2022D0E5}"/>
              </a:ext>
            </a:extLst>
          </p:cNvPr>
          <p:cNvPicPr>
            <a:picLocks noChangeAspect="1"/>
          </p:cNvPicPr>
          <p:nvPr/>
        </p:nvPicPr>
        <p:blipFill>
          <a:blip r:embed="rId3"/>
          <a:stretch>
            <a:fillRect/>
          </a:stretch>
        </p:blipFill>
        <p:spPr>
          <a:xfrm>
            <a:off x="900332" y="819150"/>
            <a:ext cx="7343335" cy="4324350"/>
          </a:xfrm>
          <a:prstGeom prst="rect">
            <a:avLst/>
          </a:prstGeom>
        </p:spPr>
      </p:pic>
    </p:spTree>
    <p:extLst>
      <p:ext uri="{BB962C8B-B14F-4D97-AF65-F5344CB8AC3E}">
        <p14:creationId xmlns:p14="http://schemas.microsoft.com/office/powerpoint/2010/main" val="2725068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F6F9FD"/>
        </a:solidFill>
        <a:effectLst/>
      </p:bgPr>
    </p:bg>
    <p:spTree>
      <p:nvGrpSpPr>
        <p:cNvPr id="1" name=""/>
        <p:cNvGrpSpPr/>
        <p:nvPr/>
      </p:nvGrpSpPr>
      <p:grpSpPr>
        <a:xfrm>
          <a:off x="0" y="0"/>
          <a:ext cx="0" cy="0"/>
          <a:chOff x="0" y="0"/>
          <a:chExt cx="0" cy="0"/>
        </a:xfrm>
      </p:grpSpPr>
      <p:sp>
        <p:nvSpPr>
          <p:cNvPr id="3" name="Shape 0"/>
          <p:cNvSpPr/>
          <p:nvPr/>
        </p:nvSpPr>
        <p:spPr>
          <a:xfrm>
            <a:off x="0" y="0"/>
            <a:ext cx="9144000" cy="819150"/>
          </a:xfrm>
          <a:prstGeom prst="rect">
            <a:avLst/>
          </a:prstGeom>
          <a:solidFill>
            <a:srgbClr val="0B2545"/>
          </a:solidFill>
          <a:ln/>
        </p:spPr>
      </p:sp>
      <p:sp>
        <p:nvSpPr>
          <p:cNvPr id="4" name="Shape 1"/>
          <p:cNvSpPr/>
          <p:nvPr/>
        </p:nvSpPr>
        <p:spPr>
          <a:xfrm>
            <a:off x="0" y="819150"/>
            <a:ext cx="9144000" cy="28575"/>
          </a:xfrm>
          <a:prstGeom prst="rect">
            <a:avLst/>
          </a:prstGeom>
          <a:solidFill>
            <a:srgbClr val="F2A63B"/>
          </a:solidFill>
          <a:ln/>
        </p:spPr>
      </p:sp>
      <p:sp>
        <p:nvSpPr>
          <p:cNvPr id="6" name="Text 2"/>
          <p:cNvSpPr/>
          <p:nvPr/>
        </p:nvSpPr>
        <p:spPr>
          <a:xfrm>
            <a:off x="457200" y="228600"/>
            <a:ext cx="5905500" cy="400050"/>
          </a:xfrm>
          <a:prstGeom prst="rect">
            <a:avLst/>
          </a:prstGeom>
          <a:noFill/>
          <a:ln/>
        </p:spPr>
        <p:txBody>
          <a:bodyPr wrap="square" lIns="0" tIns="0" rIns="0" bIns="0" rtlCol="0" anchor="ctr"/>
          <a:lstStyle/>
          <a:p>
            <a:pPr marL="0" indent="0" algn="l">
              <a:buNone/>
            </a:pPr>
            <a:r>
              <a:rPr lang="en-US" sz="2250" dirty="0">
                <a:solidFill>
                  <a:srgbClr val="FFFFFF"/>
                </a:solidFill>
                <a:latin typeface="Space Grotesk Bold" pitchFamily="34" charset="0"/>
                <a:ea typeface="Space Grotesk Bold" pitchFamily="34" charset="-122"/>
                <a:cs typeface="Space Grotesk Bold" pitchFamily="34" charset="-120"/>
              </a:rPr>
              <a:t>Limitations &amp; Future Scope</a:t>
            </a:r>
            <a:endParaRPr lang="en-US" sz="2250" dirty="0"/>
          </a:p>
        </p:txBody>
      </p:sp>
      <p:sp>
        <p:nvSpPr>
          <p:cNvPr id="7" name="Text 3"/>
          <p:cNvSpPr/>
          <p:nvPr/>
        </p:nvSpPr>
        <p:spPr>
          <a:xfrm>
            <a:off x="6667500" y="323850"/>
            <a:ext cx="2019300" cy="209550"/>
          </a:xfrm>
          <a:prstGeom prst="rect">
            <a:avLst/>
          </a:prstGeom>
          <a:noFill/>
          <a:ln/>
        </p:spPr>
        <p:txBody>
          <a:bodyPr wrap="square" lIns="0" tIns="0" rIns="0" bIns="0" rtlCol="0" anchor="ctr"/>
          <a:lstStyle/>
          <a:p>
            <a:pPr marL="0" indent="0" algn="r">
              <a:buNone/>
            </a:pPr>
            <a:r>
              <a:rPr lang="en-US" sz="975" dirty="0">
                <a:solidFill>
                  <a:srgbClr val="7FB6F5"/>
                </a:solidFill>
                <a:latin typeface="Source Sans 3 SemiBold" pitchFamily="34" charset="0"/>
                <a:ea typeface="Source Sans 3 SemiBold" pitchFamily="34" charset="-122"/>
                <a:cs typeface="Source Sans 3 SemiBold" pitchFamily="34" charset="-120"/>
              </a:rPr>
              <a:t>SLIDE 16</a:t>
            </a:r>
            <a:endParaRPr lang="en-US" sz="975" dirty="0"/>
          </a:p>
        </p:txBody>
      </p:sp>
      <p:sp>
        <p:nvSpPr>
          <p:cNvPr id="8" name="Shape 4"/>
          <p:cNvSpPr/>
          <p:nvPr/>
        </p:nvSpPr>
        <p:spPr>
          <a:xfrm>
            <a:off x="323850" y="1028700"/>
            <a:ext cx="4171950" cy="3009900"/>
          </a:xfrm>
          <a:prstGeom prst="roundRect">
            <a:avLst>
              <a:gd name="adj" fmla="val 4430"/>
            </a:avLst>
          </a:prstGeom>
          <a:solidFill>
            <a:srgbClr val="FFFFFF"/>
          </a:solidFill>
          <a:ln w="9525">
            <a:solidFill>
              <a:srgbClr val="D3DEEE"/>
            </a:solidFill>
            <a:prstDash val="solid"/>
          </a:ln>
        </p:spPr>
      </p:sp>
      <p:sp>
        <p:nvSpPr>
          <p:cNvPr id="9" name="Shape 5"/>
          <p:cNvSpPr/>
          <p:nvPr/>
        </p:nvSpPr>
        <p:spPr>
          <a:xfrm>
            <a:off x="323850" y="1028700"/>
            <a:ext cx="4171950" cy="438150"/>
          </a:xfrm>
          <a:prstGeom prst="roundRect">
            <a:avLst>
              <a:gd name="adj" fmla="val 30435"/>
            </a:avLst>
          </a:prstGeom>
          <a:solidFill>
            <a:srgbClr val="FDECEB"/>
          </a:solidFill>
          <a:ln/>
        </p:spPr>
      </p:sp>
      <p:sp>
        <p:nvSpPr>
          <p:cNvPr id="10" name="Shape 6"/>
          <p:cNvSpPr/>
          <p:nvPr/>
        </p:nvSpPr>
        <p:spPr>
          <a:xfrm>
            <a:off x="323850" y="1333500"/>
            <a:ext cx="4171950" cy="133350"/>
          </a:xfrm>
          <a:prstGeom prst="rect">
            <a:avLst/>
          </a:prstGeom>
          <a:solidFill>
            <a:srgbClr val="FDECEB"/>
          </a:solidFill>
          <a:ln/>
        </p:spPr>
      </p:sp>
      <p:sp>
        <p:nvSpPr>
          <p:cNvPr id="11" name="Text 7"/>
          <p:cNvSpPr/>
          <p:nvPr/>
        </p:nvSpPr>
        <p:spPr>
          <a:xfrm>
            <a:off x="514350" y="1162050"/>
            <a:ext cx="2857500" cy="209550"/>
          </a:xfrm>
          <a:prstGeom prst="rect">
            <a:avLst/>
          </a:prstGeom>
          <a:noFill/>
          <a:ln/>
        </p:spPr>
        <p:txBody>
          <a:bodyPr wrap="square" lIns="0" tIns="0" rIns="0" bIns="0" rtlCol="0" anchor="ctr"/>
          <a:lstStyle/>
          <a:p>
            <a:pPr marL="0" indent="0" algn="l">
              <a:buNone/>
            </a:pPr>
            <a:r>
              <a:rPr lang="en-US" sz="1200" dirty="0">
                <a:solidFill>
                  <a:srgbClr val="A32E2A"/>
                </a:solidFill>
                <a:latin typeface="Space Grotesk Bold" pitchFamily="34" charset="0"/>
                <a:ea typeface="Space Grotesk Bold" pitchFamily="34" charset="-122"/>
                <a:cs typeface="Space Grotesk Bold" pitchFamily="34" charset="-120"/>
              </a:rPr>
              <a:t>Limitations</a:t>
            </a:r>
            <a:endParaRPr lang="en-US" sz="1200" dirty="0"/>
          </a:p>
        </p:txBody>
      </p:sp>
      <p:sp>
        <p:nvSpPr>
          <p:cNvPr id="12" name="Text 8"/>
          <p:cNvSpPr/>
          <p:nvPr/>
        </p:nvSpPr>
        <p:spPr>
          <a:xfrm>
            <a:off x="3467100" y="1190625"/>
            <a:ext cx="857250" cy="171450"/>
          </a:xfrm>
          <a:prstGeom prst="rect">
            <a:avLst/>
          </a:prstGeom>
          <a:noFill/>
          <a:ln/>
        </p:spPr>
        <p:txBody>
          <a:bodyPr wrap="square" lIns="0" tIns="0" rIns="0" bIns="0" rtlCol="0" anchor="ctr"/>
          <a:lstStyle/>
          <a:p>
            <a:pPr marL="0" indent="0" algn="r">
              <a:buNone/>
            </a:pPr>
            <a:r>
              <a:rPr lang="en-US" sz="825" dirty="0">
                <a:solidFill>
                  <a:srgbClr val="C4726E"/>
                </a:solidFill>
                <a:latin typeface="Source Sans 3 Bold" pitchFamily="34" charset="0"/>
                <a:ea typeface="Source Sans 3 Bold" pitchFamily="34" charset="-122"/>
                <a:cs typeface="Source Sans 3 Bold" pitchFamily="34" charset="-120"/>
              </a:rPr>
              <a:t>5 POINTS</a:t>
            </a:r>
            <a:endParaRPr lang="en-US" sz="825" dirty="0"/>
          </a:p>
        </p:txBody>
      </p:sp>
      <p:pic>
        <p:nvPicPr>
          <p:cNvPr id="13" name="Image 1" descr="preencoded.png"/>
          <p:cNvPicPr>
            <a:picLocks noChangeAspect="1"/>
          </p:cNvPicPr>
          <p:nvPr/>
        </p:nvPicPr>
        <p:blipFill>
          <a:blip r:embed="rId3"/>
          <a:stretch>
            <a:fillRect/>
          </a:stretch>
        </p:blipFill>
        <p:spPr>
          <a:xfrm>
            <a:off x="495300" y="1709738"/>
            <a:ext cx="200025" cy="2066925"/>
          </a:xfrm>
          <a:prstGeom prst="rect">
            <a:avLst/>
          </a:prstGeom>
        </p:spPr>
      </p:pic>
      <p:sp>
        <p:nvSpPr>
          <p:cNvPr id="14" name="Text 9"/>
          <p:cNvSpPr/>
          <p:nvPr/>
        </p:nvSpPr>
        <p:spPr>
          <a:xfrm>
            <a:off x="771525" y="1619250"/>
            <a:ext cx="3505200" cy="3810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Requires internet connectivity for online portal functions.</a:t>
            </a:r>
            <a:endParaRPr lang="en-US" sz="975" dirty="0"/>
          </a:p>
        </p:txBody>
      </p:sp>
      <p:sp>
        <p:nvSpPr>
          <p:cNvPr id="15" name="Text 10"/>
          <p:cNvSpPr/>
          <p:nvPr/>
        </p:nvSpPr>
        <p:spPr>
          <a:xfrm>
            <a:off x="771525" y="2085975"/>
            <a:ext cx="3505200" cy="3810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WhatsApp alerts depend on WhatsApp/API service availability.</a:t>
            </a:r>
            <a:endParaRPr lang="en-US" sz="975" dirty="0"/>
          </a:p>
        </p:txBody>
      </p:sp>
      <p:sp>
        <p:nvSpPr>
          <p:cNvPr id="16" name="Text 11"/>
          <p:cNvSpPr/>
          <p:nvPr/>
        </p:nvSpPr>
        <p:spPr>
          <a:xfrm>
            <a:off x="771525" y="2552700"/>
            <a:ext cx="3505200" cy="3810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Geofencing accuracy depends on GPS/location accuracy.</a:t>
            </a:r>
            <a:endParaRPr lang="en-US" sz="975" dirty="0"/>
          </a:p>
        </p:txBody>
      </p:sp>
      <p:sp>
        <p:nvSpPr>
          <p:cNvPr id="17" name="Text 12"/>
          <p:cNvSpPr/>
          <p:nvPr/>
        </p:nvSpPr>
        <p:spPr>
          <a:xfrm>
            <a:off x="771525" y="3019425"/>
            <a:ext cx="3505200" cy="3810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AI chatbot responses may not always be perfectly accurate.</a:t>
            </a:r>
            <a:endParaRPr lang="en-US" sz="975" dirty="0"/>
          </a:p>
        </p:txBody>
      </p:sp>
      <p:sp>
        <p:nvSpPr>
          <p:cNvPr id="18" name="Text 13"/>
          <p:cNvSpPr/>
          <p:nvPr/>
        </p:nvSpPr>
        <p:spPr>
          <a:xfrm>
            <a:off x="771525" y="3486150"/>
            <a:ext cx="3505200" cy="3810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Initial setup and maintenance need technical support.</a:t>
            </a:r>
            <a:endParaRPr lang="en-US" sz="975" dirty="0"/>
          </a:p>
        </p:txBody>
      </p:sp>
      <p:sp>
        <p:nvSpPr>
          <p:cNvPr id="19" name="Shape 14"/>
          <p:cNvSpPr/>
          <p:nvPr/>
        </p:nvSpPr>
        <p:spPr>
          <a:xfrm>
            <a:off x="4648200" y="1028700"/>
            <a:ext cx="4171950" cy="3009900"/>
          </a:xfrm>
          <a:prstGeom prst="roundRect">
            <a:avLst>
              <a:gd name="adj" fmla="val 4430"/>
            </a:avLst>
          </a:prstGeom>
          <a:solidFill>
            <a:srgbClr val="FFFFFF"/>
          </a:solidFill>
          <a:ln w="9525">
            <a:solidFill>
              <a:srgbClr val="D3DEEE"/>
            </a:solidFill>
            <a:prstDash val="solid"/>
          </a:ln>
        </p:spPr>
      </p:sp>
      <p:sp>
        <p:nvSpPr>
          <p:cNvPr id="20" name="Shape 15"/>
          <p:cNvSpPr/>
          <p:nvPr/>
        </p:nvSpPr>
        <p:spPr>
          <a:xfrm>
            <a:off x="4648200" y="1028700"/>
            <a:ext cx="4171950" cy="438150"/>
          </a:xfrm>
          <a:prstGeom prst="roundRect">
            <a:avLst>
              <a:gd name="adj" fmla="val 30435"/>
            </a:avLst>
          </a:prstGeom>
          <a:solidFill>
            <a:srgbClr val="E8F1FE"/>
          </a:solidFill>
          <a:ln/>
        </p:spPr>
      </p:sp>
      <p:sp>
        <p:nvSpPr>
          <p:cNvPr id="21" name="Shape 16"/>
          <p:cNvSpPr/>
          <p:nvPr/>
        </p:nvSpPr>
        <p:spPr>
          <a:xfrm>
            <a:off x="4648200" y="1333500"/>
            <a:ext cx="4171950" cy="133350"/>
          </a:xfrm>
          <a:prstGeom prst="rect">
            <a:avLst/>
          </a:prstGeom>
          <a:solidFill>
            <a:srgbClr val="E8F1FE"/>
          </a:solidFill>
          <a:ln/>
        </p:spPr>
      </p:sp>
      <p:sp>
        <p:nvSpPr>
          <p:cNvPr id="22" name="Text 17"/>
          <p:cNvSpPr/>
          <p:nvPr/>
        </p:nvSpPr>
        <p:spPr>
          <a:xfrm>
            <a:off x="4838700" y="1162050"/>
            <a:ext cx="2857500" cy="209550"/>
          </a:xfrm>
          <a:prstGeom prst="rect">
            <a:avLst/>
          </a:prstGeom>
          <a:noFill/>
          <a:ln/>
        </p:spPr>
        <p:txBody>
          <a:bodyPr wrap="square" lIns="0" tIns="0" rIns="0" bIns="0" rtlCol="0" anchor="ctr"/>
          <a:lstStyle/>
          <a:p>
            <a:pPr marL="0" indent="0" algn="l">
              <a:buNone/>
            </a:pPr>
            <a:r>
              <a:rPr lang="en-US" sz="1200" dirty="0">
                <a:solidFill>
                  <a:srgbClr val="14508F"/>
                </a:solidFill>
                <a:latin typeface="Space Grotesk Bold" pitchFamily="34" charset="0"/>
                <a:ea typeface="Space Grotesk Bold" pitchFamily="34" charset="-122"/>
                <a:cs typeface="Space Grotesk Bold" pitchFamily="34" charset="-120"/>
              </a:rPr>
              <a:t>Future Scope</a:t>
            </a:r>
            <a:endParaRPr lang="en-US" sz="1200" dirty="0"/>
          </a:p>
        </p:txBody>
      </p:sp>
      <p:sp>
        <p:nvSpPr>
          <p:cNvPr id="23" name="Text 18"/>
          <p:cNvSpPr/>
          <p:nvPr/>
        </p:nvSpPr>
        <p:spPr>
          <a:xfrm>
            <a:off x="7696200" y="1190625"/>
            <a:ext cx="952500" cy="171450"/>
          </a:xfrm>
          <a:prstGeom prst="rect">
            <a:avLst/>
          </a:prstGeom>
          <a:noFill/>
          <a:ln/>
        </p:spPr>
        <p:txBody>
          <a:bodyPr wrap="square" lIns="0" tIns="0" rIns="0" bIns="0" rtlCol="0" anchor="ctr"/>
          <a:lstStyle/>
          <a:p>
            <a:pPr marL="0" indent="0" algn="r">
              <a:buNone/>
            </a:pPr>
            <a:r>
              <a:rPr lang="en-US" sz="825" dirty="0">
                <a:solidFill>
                  <a:srgbClr val="5C8DC4"/>
                </a:solidFill>
                <a:latin typeface="Source Sans 3 Bold" pitchFamily="34" charset="0"/>
                <a:ea typeface="Source Sans 3 Bold" pitchFamily="34" charset="-122"/>
                <a:cs typeface="Source Sans 3 Bold" pitchFamily="34" charset="-120"/>
              </a:rPr>
              <a:t>6 POINTS</a:t>
            </a:r>
            <a:endParaRPr lang="en-US" sz="825" dirty="0"/>
          </a:p>
        </p:txBody>
      </p:sp>
      <p:pic>
        <p:nvPicPr>
          <p:cNvPr id="24" name="Image 2" descr="preencoded.png"/>
          <p:cNvPicPr>
            <a:picLocks noChangeAspect="1"/>
          </p:cNvPicPr>
          <p:nvPr/>
        </p:nvPicPr>
        <p:blipFill>
          <a:blip r:embed="rId4"/>
          <a:stretch>
            <a:fillRect/>
          </a:stretch>
        </p:blipFill>
        <p:spPr>
          <a:xfrm>
            <a:off x="4819650" y="1690688"/>
            <a:ext cx="200025" cy="2105025"/>
          </a:xfrm>
          <a:prstGeom prst="rect">
            <a:avLst/>
          </a:prstGeom>
        </p:spPr>
      </p:pic>
      <p:sp>
        <p:nvSpPr>
          <p:cNvPr id="25" name="Text 19"/>
          <p:cNvSpPr/>
          <p:nvPr/>
        </p:nvSpPr>
        <p:spPr>
          <a:xfrm>
            <a:off x="5095875" y="1619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Face recognition-based attendance.</a:t>
            </a:r>
            <a:endParaRPr lang="en-US" sz="975" dirty="0"/>
          </a:p>
        </p:txBody>
      </p:sp>
      <p:sp>
        <p:nvSpPr>
          <p:cNvPr id="26" name="Text 20"/>
          <p:cNvSpPr/>
          <p:nvPr/>
        </p:nvSpPr>
        <p:spPr>
          <a:xfrm>
            <a:off x="5095875" y="2000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Mobile application for Android and iOS.</a:t>
            </a:r>
            <a:endParaRPr lang="en-US" sz="975" dirty="0"/>
          </a:p>
        </p:txBody>
      </p:sp>
      <p:sp>
        <p:nvSpPr>
          <p:cNvPr id="27" name="Text 21"/>
          <p:cNvSpPr/>
          <p:nvPr/>
        </p:nvSpPr>
        <p:spPr>
          <a:xfrm>
            <a:off x="5095875" y="2381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Advanced AI-based student assistance.</a:t>
            </a:r>
            <a:endParaRPr lang="en-US" sz="975" dirty="0"/>
          </a:p>
        </p:txBody>
      </p:sp>
      <p:sp>
        <p:nvSpPr>
          <p:cNvPr id="28" name="Text 22"/>
          <p:cNvSpPr/>
          <p:nvPr/>
        </p:nvSpPr>
        <p:spPr>
          <a:xfrm>
            <a:off x="5095875" y="2762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Online payment gateway integration.</a:t>
            </a:r>
            <a:endParaRPr lang="en-US" sz="975" dirty="0"/>
          </a:p>
        </p:txBody>
      </p:sp>
      <p:sp>
        <p:nvSpPr>
          <p:cNvPr id="29" name="Text 23"/>
          <p:cNvSpPr/>
          <p:nvPr/>
        </p:nvSpPr>
        <p:spPr>
          <a:xfrm>
            <a:off x="5095875" y="3143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Advanced analytics and performance reports.</a:t>
            </a:r>
            <a:endParaRPr lang="en-US" sz="975" dirty="0"/>
          </a:p>
        </p:txBody>
      </p:sp>
      <p:sp>
        <p:nvSpPr>
          <p:cNvPr id="30" name="Text 24"/>
          <p:cNvSpPr/>
          <p:nvPr/>
        </p:nvSpPr>
        <p:spPr>
          <a:xfrm>
            <a:off x="5095875" y="3524250"/>
            <a:ext cx="3505200" cy="342900"/>
          </a:xfrm>
          <a:prstGeom prst="rect">
            <a:avLst/>
          </a:prstGeom>
          <a:noFill/>
          <a:ln/>
        </p:spPr>
        <p:txBody>
          <a:bodyPr wrap="square" lIns="0" tIns="0" rIns="0" bIns="0" rtlCol="0" anchor="ctr"/>
          <a:lstStyle/>
          <a:p>
            <a:pPr marL="0" indent="0" algn="l">
              <a:buNone/>
            </a:pPr>
            <a:r>
              <a:rPr lang="en-US" sz="975" dirty="0">
                <a:solidFill>
                  <a:srgbClr val="0B2545"/>
                </a:solidFill>
                <a:latin typeface="Source Sans 3 SemiBold" pitchFamily="34" charset="0"/>
                <a:ea typeface="Source Sans 3 SemiBold" pitchFamily="34" charset="-122"/>
                <a:cs typeface="Source Sans 3 SemiBold" pitchFamily="34" charset="-120"/>
              </a:rPr>
              <a:t>Improved parent dashboard with real-time alerts.</a:t>
            </a:r>
            <a:endParaRPr lang="en-US" sz="975" dirty="0"/>
          </a:p>
        </p:txBody>
      </p:sp>
      <p:sp>
        <p:nvSpPr>
          <p:cNvPr id="31" name="Shape 25"/>
          <p:cNvSpPr/>
          <p:nvPr/>
        </p:nvSpPr>
        <p:spPr>
          <a:xfrm>
            <a:off x="323850" y="4210050"/>
            <a:ext cx="8496300" cy="590550"/>
          </a:xfrm>
          <a:prstGeom prst="roundRect">
            <a:avLst>
              <a:gd name="adj" fmla="val 22581"/>
            </a:avLst>
          </a:prstGeom>
          <a:solidFill>
            <a:srgbClr val="0B2545"/>
          </a:solidFill>
          <a:ln/>
        </p:spPr>
      </p:sp>
      <p:sp>
        <p:nvSpPr>
          <p:cNvPr id="33" name="Shape 26"/>
          <p:cNvSpPr/>
          <p:nvPr/>
        </p:nvSpPr>
        <p:spPr>
          <a:xfrm>
            <a:off x="323850" y="4210050"/>
            <a:ext cx="47625" cy="590550"/>
          </a:xfrm>
          <a:prstGeom prst="roundRect">
            <a:avLst>
              <a:gd name="adj" fmla="val 280000"/>
            </a:avLst>
          </a:prstGeom>
          <a:solidFill>
            <a:srgbClr val="F2A63B"/>
          </a:solidFill>
          <a:ln/>
        </p:spPr>
      </p:sp>
      <p:sp>
        <p:nvSpPr>
          <p:cNvPr id="34" name="Text 27"/>
          <p:cNvSpPr/>
          <p:nvPr/>
        </p:nvSpPr>
        <p:spPr>
          <a:xfrm>
            <a:off x="609600" y="4400550"/>
            <a:ext cx="7905750" cy="247650"/>
          </a:xfrm>
          <a:prstGeom prst="rect">
            <a:avLst/>
          </a:prstGeom>
          <a:noFill/>
          <a:ln/>
        </p:spPr>
        <p:txBody>
          <a:bodyPr wrap="square" lIns="0" tIns="0" rIns="0" bIns="0" rtlCol="0" anchor="ctr"/>
          <a:lstStyle/>
          <a:p>
            <a:pPr marL="0" indent="0" algn="l">
              <a:buNone/>
            </a:pPr>
            <a:r>
              <a:rPr lang="en-US" sz="1275" dirty="0">
                <a:solidFill>
                  <a:srgbClr val="FFFFFF"/>
                </a:solidFill>
                <a:latin typeface="Space Grotesk Bold" pitchFamily="34" charset="0"/>
                <a:ea typeface="Space Grotesk Bold" pitchFamily="34" charset="-122"/>
                <a:cs typeface="Space Grotesk Bold" pitchFamily="34" charset="-120"/>
              </a:rPr>
              <a:t>“The Smart Portal aims to make student management faster, smarter, and more connected.”</a:t>
            </a:r>
            <a:endParaRPr lang="en-US" sz="1275" dirty="0"/>
          </a:p>
        </p:txBody>
      </p:sp>
      <p:pic>
        <p:nvPicPr>
          <p:cNvPr id="5" name="Image 0" descr="preencoded.png">
            <a:extLst>
              <a:ext uri="{FF2B5EF4-FFF2-40B4-BE49-F238E27FC236}">
                <a16:creationId xmlns:a16="http://schemas.microsoft.com/office/drawing/2014/main" id="{31E41AE6-70E1-D467-7572-C364CE6AF688}"/>
              </a:ext>
            </a:extLst>
          </p:cNvPr>
          <p:cNvPicPr>
            <a:picLocks noChangeAspect="1"/>
          </p:cNvPicPr>
          <p:nvPr/>
        </p:nvPicPr>
        <p:blipFill>
          <a:blip r:embed="rId5"/>
          <a:stretch>
            <a:fillRect/>
          </a:stretch>
        </p:blipFill>
        <p:spPr>
          <a:xfrm>
            <a:off x="7553325" y="0"/>
            <a:ext cx="1590675" cy="15716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316</TotalTime>
  <Words>937</Words>
  <Application>Microsoft Office PowerPoint</Application>
  <PresentationFormat>On-screen Show (16:9)</PresentationFormat>
  <Paragraphs>169</Paragraphs>
  <Slides>16</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Space Grotesk SemiBold</vt:lpstr>
      <vt:lpstr>Source Sans 3</vt:lpstr>
      <vt:lpstr>Source Sans 3 Bold</vt:lpstr>
      <vt:lpstr>Source Sans 3 SemiBold</vt:lpstr>
      <vt:lpstr>Space Grotesk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Moksh Patel</cp:lastModifiedBy>
  <cp:revision>11</cp:revision>
  <dcterms:created xsi:type="dcterms:W3CDTF">2026-08-12T13:48:28Z</dcterms:created>
  <dcterms:modified xsi:type="dcterms:W3CDTF">2026-09-11T15:40:28Z</dcterms:modified>
</cp:coreProperties>
</file>